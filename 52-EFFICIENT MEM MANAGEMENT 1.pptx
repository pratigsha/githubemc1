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image9.jpg" ContentType="image/jpg"/>
  <Override PartName="/ppt/media/image10.jpg" ContentType="image/jpg"/>
  <Override PartName="/ppt/media/image11.jpg" ContentType="image/jpg"/>
  <Override PartName="/ppt/media/image12.jpg" ContentType="image/jpg"/>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328" r:id="rId2"/>
    <p:sldId id="306" r:id="rId3"/>
    <p:sldId id="307" r:id="rId4"/>
    <p:sldId id="340" r:id="rId5"/>
    <p:sldId id="329" r:id="rId6"/>
    <p:sldId id="332" r:id="rId7"/>
    <p:sldId id="320" r:id="rId8"/>
    <p:sldId id="345" r:id="rId9"/>
    <p:sldId id="342" r:id="rId10"/>
    <p:sldId id="334" r:id="rId11"/>
    <p:sldId id="335" r:id="rId12"/>
    <p:sldId id="337" r:id="rId13"/>
    <p:sldId id="304"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B3345"/>
    <a:srgbClr val="135573"/>
    <a:srgbClr val="EEC208"/>
    <a:srgbClr val="FFCC00"/>
    <a:srgbClr val="F8ED0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979" autoAdjust="0"/>
    <p:restoredTop sz="95033" autoAdjust="0"/>
  </p:normalViewPr>
  <p:slideViewPr>
    <p:cSldViewPr snapToGrid="0">
      <p:cViewPr>
        <p:scale>
          <a:sx n="66" d="100"/>
          <a:sy n="66" d="100"/>
        </p:scale>
        <p:origin x="965" y="32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CE6CC3-1C13-434A-B16C-611DE7717B8F}" type="datetimeFigureOut">
              <a:rPr lang="en-US" smtClean="0"/>
              <a:t>9/29/2026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DFC361-C30A-4AED-87EA-348118094D30}" type="slidenum">
              <a:rPr lang="en-US" smtClean="0"/>
              <a:t>‹#›</a:t>
            </a:fld>
            <a:endParaRPr lang="en-US"/>
          </a:p>
        </p:txBody>
      </p:sp>
    </p:spTree>
    <p:extLst>
      <p:ext uri="{BB962C8B-B14F-4D97-AF65-F5344CB8AC3E}">
        <p14:creationId xmlns:p14="http://schemas.microsoft.com/office/powerpoint/2010/main" val="41426128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6B5317-EDBC-4155-87F5-41E4E6A99DED}" type="slidenum">
              <a:rPr lang="en-US" smtClean="0"/>
              <a:t>1</a:t>
            </a:fld>
            <a:endParaRPr lang="en-US"/>
          </a:p>
        </p:txBody>
      </p:sp>
    </p:spTree>
    <p:extLst>
      <p:ext uri="{BB962C8B-B14F-4D97-AF65-F5344CB8AC3E}">
        <p14:creationId xmlns:p14="http://schemas.microsoft.com/office/powerpoint/2010/main" val="20325707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FDFC361-C30A-4AED-87EA-348118094D30}" type="slidenum">
              <a:rPr lang="en-US" smtClean="0"/>
              <a:t>13</a:t>
            </a:fld>
            <a:endParaRPr lang="en-US"/>
          </a:p>
        </p:txBody>
      </p:sp>
    </p:spTree>
    <p:extLst>
      <p:ext uri="{BB962C8B-B14F-4D97-AF65-F5344CB8AC3E}">
        <p14:creationId xmlns:p14="http://schemas.microsoft.com/office/powerpoint/2010/main" val="39904064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sv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50CA7-A890-BC0D-44BD-6B67203AF5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5460673-A9B5-CD59-A2CC-8CE741C00B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E78539D-0687-ECBB-AB5D-8333E209AD75}"/>
              </a:ext>
            </a:extLst>
          </p:cNvPr>
          <p:cNvSpPr>
            <a:spLocks noGrp="1"/>
          </p:cNvSpPr>
          <p:nvPr>
            <p:ph type="dt" sz="half" idx="10"/>
          </p:nvPr>
        </p:nvSpPr>
        <p:spPr/>
        <p:txBody>
          <a:bodyPr/>
          <a:lstStyle/>
          <a:p>
            <a:fld id="{00B22A25-8408-4B8D-A5AD-AF80CE804250}" type="datetimeFigureOut">
              <a:rPr lang="en-US" smtClean="0"/>
              <a:t>9/29/2026</a:t>
            </a:fld>
            <a:endParaRPr lang="en-US"/>
          </a:p>
        </p:txBody>
      </p:sp>
      <p:sp>
        <p:nvSpPr>
          <p:cNvPr id="5" name="Footer Placeholder 4">
            <a:extLst>
              <a:ext uri="{FF2B5EF4-FFF2-40B4-BE49-F238E27FC236}">
                <a16:creationId xmlns:a16="http://schemas.microsoft.com/office/drawing/2014/main" id="{DFCA8B5B-FB28-D786-CEFE-858812BAA7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CA0ED6-3AED-6780-A6EA-61F241528D7C}"/>
              </a:ext>
            </a:extLst>
          </p:cNvPr>
          <p:cNvSpPr>
            <a:spLocks noGrp="1"/>
          </p:cNvSpPr>
          <p:nvPr>
            <p:ph type="sldNum" sz="quarter" idx="12"/>
          </p:nvPr>
        </p:nvSpPr>
        <p:spPr/>
        <p:txBody>
          <a:bodyPr/>
          <a:lstStyle/>
          <a:p>
            <a:fld id="{78AD56AB-075C-42DA-8EAB-2A4FF705D18F}" type="slidenum">
              <a:rPr lang="en-US" smtClean="0"/>
              <a:t>‹#›</a:t>
            </a:fld>
            <a:endParaRPr lang="en-US"/>
          </a:p>
        </p:txBody>
      </p:sp>
    </p:spTree>
    <p:extLst>
      <p:ext uri="{BB962C8B-B14F-4D97-AF65-F5344CB8AC3E}">
        <p14:creationId xmlns:p14="http://schemas.microsoft.com/office/powerpoint/2010/main" val="12801711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4D321-EB8C-729D-0253-F4E3C8F5C7F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B30355-1EE0-AF69-47F6-F837F4F809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B81C7C-CF50-7E3E-7E0C-DF9A69033701}"/>
              </a:ext>
            </a:extLst>
          </p:cNvPr>
          <p:cNvSpPr>
            <a:spLocks noGrp="1"/>
          </p:cNvSpPr>
          <p:nvPr>
            <p:ph type="dt" sz="half" idx="10"/>
          </p:nvPr>
        </p:nvSpPr>
        <p:spPr/>
        <p:txBody>
          <a:bodyPr/>
          <a:lstStyle/>
          <a:p>
            <a:fld id="{00B22A25-8408-4B8D-A5AD-AF80CE804250}" type="datetimeFigureOut">
              <a:rPr lang="en-US" smtClean="0"/>
              <a:t>9/29/2026</a:t>
            </a:fld>
            <a:endParaRPr lang="en-US"/>
          </a:p>
        </p:txBody>
      </p:sp>
      <p:sp>
        <p:nvSpPr>
          <p:cNvPr id="5" name="Footer Placeholder 4">
            <a:extLst>
              <a:ext uri="{FF2B5EF4-FFF2-40B4-BE49-F238E27FC236}">
                <a16:creationId xmlns:a16="http://schemas.microsoft.com/office/drawing/2014/main" id="{51E60F1B-6B0E-147F-215A-C9B254A8B6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E8893F-4366-960F-C73C-DDC2C40065C1}"/>
              </a:ext>
            </a:extLst>
          </p:cNvPr>
          <p:cNvSpPr>
            <a:spLocks noGrp="1"/>
          </p:cNvSpPr>
          <p:nvPr>
            <p:ph type="sldNum" sz="quarter" idx="12"/>
          </p:nvPr>
        </p:nvSpPr>
        <p:spPr/>
        <p:txBody>
          <a:bodyPr/>
          <a:lstStyle/>
          <a:p>
            <a:fld id="{78AD56AB-075C-42DA-8EAB-2A4FF705D18F}" type="slidenum">
              <a:rPr lang="en-US" smtClean="0"/>
              <a:t>‹#›</a:t>
            </a:fld>
            <a:endParaRPr lang="en-US"/>
          </a:p>
        </p:txBody>
      </p:sp>
    </p:spTree>
    <p:extLst>
      <p:ext uri="{BB962C8B-B14F-4D97-AF65-F5344CB8AC3E}">
        <p14:creationId xmlns:p14="http://schemas.microsoft.com/office/powerpoint/2010/main" val="10704953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46D75-85FB-CDE1-1B84-E9E5B8D0028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EF3298C-27DD-C096-4478-25DF24C0F07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FB0874E-01BA-1CC2-5F91-D59931A57784}"/>
              </a:ext>
            </a:extLst>
          </p:cNvPr>
          <p:cNvSpPr>
            <a:spLocks noGrp="1"/>
          </p:cNvSpPr>
          <p:nvPr>
            <p:ph type="dt" sz="half" idx="10"/>
          </p:nvPr>
        </p:nvSpPr>
        <p:spPr/>
        <p:txBody>
          <a:bodyPr/>
          <a:lstStyle/>
          <a:p>
            <a:fld id="{00B22A25-8408-4B8D-A5AD-AF80CE804250}" type="datetimeFigureOut">
              <a:rPr lang="en-US" smtClean="0"/>
              <a:t>9/29/2026</a:t>
            </a:fld>
            <a:endParaRPr lang="en-US"/>
          </a:p>
        </p:txBody>
      </p:sp>
      <p:sp>
        <p:nvSpPr>
          <p:cNvPr id="5" name="Footer Placeholder 4">
            <a:extLst>
              <a:ext uri="{FF2B5EF4-FFF2-40B4-BE49-F238E27FC236}">
                <a16:creationId xmlns:a16="http://schemas.microsoft.com/office/drawing/2014/main" id="{819E3461-7CC9-5C4D-D52B-CB6135E104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85F49F-0795-810B-0D65-7F3A6B61B0E7}"/>
              </a:ext>
            </a:extLst>
          </p:cNvPr>
          <p:cNvSpPr>
            <a:spLocks noGrp="1"/>
          </p:cNvSpPr>
          <p:nvPr>
            <p:ph type="sldNum" sz="quarter" idx="12"/>
          </p:nvPr>
        </p:nvSpPr>
        <p:spPr/>
        <p:txBody>
          <a:bodyPr/>
          <a:lstStyle/>
          <a:p>
            <a:fld id="{78AD56AB-075C-42DA-8EAB-2A4FF705D18F}" type="slidenum">
              <a:rPr lang="en-US" smtClean="0"/>
              <a:t>‹#›</a:t>
            </a:fld>
            <a:endParaRPr lang="en-US"/>
          </a:p>
        </p:txBody>
      </p:sp>
    </p:spTree>
    <p:extLst>
      <p:ext uri="{BB962C8B-B14F-4D97-AF65-F5344CB8AC3E}">
        <p14:creationId xmlns:p14="http://schemas.microsoft.com/office/powerpoint/2010/main" val="9053296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B9051-D728-0416-EF18-F1AFF5703ED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448AB7F-8BAC-CA5F-30EF-42EE15E7CBA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83FD7A1-C203-AABE-B3A9-0EC136AAABF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E4C789F-5C09-60FC-845F-120D1E826B17}"/>
              </a:ext>
            </a:extLst>
          </p:cNvPr>
          <p:cNvSpPr>
            <a:spLocks noGrp="1"/>
          </p:cNvSpPr>
          <p:nvPr>
            <p:ph type="dt" sz="half" idx="10"/>
          </p:nvPr>
        </p:nvSpPr>
        <p:spPr/>
        <p:txBody>
          <a:bodyPr/>
          <a:lstStyle/>
          <a:p>
            <a:fld id="{00B22A25-8408-4B8D-A5AD-AF80CE804250}" type="datetimeFigureOut">
              <a:rPr lang="en-US" smtClean="0"/>
              <a:t>9/29/2026</a:t>
            </a:fld>
            <a:endParaRPr lang="en-US"/>
          </a:p>
        </p:txBody>
      </p:sp>
      <p:sp>
        <p:nvSpPr>
          <p:cNvPr id="6" name="Footer Placeholder 5">
            <a:extLst>
              <a:ext uri="{FF2B5EF4-FFF2-40B4-BE49-F238E27FC236}">
                <a16:creationId xmlns:a16="http://schemas.microsoft.com/office/drawing/2014/main" id="{E26E28DE-CA84-F3D0-016B-08EBD60915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404570-A6D0-6370-8DE6-0BB990FF7CC3}"/>
              </a:ext>
            </a:extLst>
          </p:cNvPr>
          <p:cNvSpPr>
            <a:spLocks noGrp="1"/>
          </p:cNvSpPr>
          <p:nvPr>
            <p:ph type="sldNum" sz="quarter" idx="12"/>
          </p:nvPr>
        </p:nvSpPr>
        <p:spPr/>
        <p:txBody>
          <a:bodyPr/>
          <a:lstStyle/>
          <a:p>
            <a:fld id="{78AD56AB-075C-42DA-8EAB-2A4FF705D18F}" type="slidenum">
              <a:rPr lang="en-US" smtClean="0"/>
              <a:t>‹#›</a:t>
            </a:fld>
            <a:endParaRPr lang="en-US"/>
          </a:p>
        </p:txBody>
      </p:sp>
    </p:spTree>
    <p:extLst>
      <p:ext uri="{BB962C8B-B14F-4D97-AF65-F5344CB8AC3E}">
        <p14:creationId xmlns:p14="http://schemas.microsoft.com/office/powerpoint/2010/main" val="17062291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781FB-A93A-55EC-66D7-EE1D1A60341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BFB519B-B0A9-4153-41C7-F9310E7C56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D47EE0-0554-2821-1927-EA19BAF8E64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7F83B81-0569-670C-C8B7-E8C8FD1B86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600CD65-0B66-1D2E-42A2-93E1F6986F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657E581-777D-A463-C1F3-3C3C3311C909}"/>
              </a:ext>
            </a:extLst>
          </p:cNvPr>
          <p:cNvSpPr>
            <a:spLocks noGrp="1"/>
          </p:cNvSpPr>
          <p:nvPr>
            <p:ph type="dt" sz="half" idx="10"/>
          </p:nvPr>
        </p:nvSpPr>
        <p:spPr/>
        <p:txBody>
          <a:bodyPr/>
          <a:lstStyle/>
          <a:p>
            <a:fld id="{00B22A25-8408-4B8D-A5AD-AF80CE804250}" type="datetimeFigureOut">
              <a:rPr lang="en-US" smtClean="0"/>
              <a:t>9/29/2026</a:t>
            </a:fld>
            <a:endParaRPr lang="en-US"/>
          </a:p>
        </p:txBody>
      </p:sp>
      <p:sp>
        <p:nvSpPr>
          <p:cNvPr id="8" name="Footer Placeholder 7">
            <a:extLst>
              <a:ext uri="{FF2B5EF4-FFF2-40B4-BE49-F238E27FC236}">
                <a16:creationId xmlns:a16="http://schemas.microsoft.com/office/drawing/2014/main" id="{58DE5D0B-1EBE-FEF9-281B-906803BA697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020F2EF-F2BD-1114-956A-8C78686FB794}"/>
              </a:ext>
            </a:extLst>
          </p:cNvPr>
          <p:cNvSpPr>
            <a:spLocks noGrp="1"/>
          </p:cNvSpPr>
          <p:nvPr>
            <p:ph type="sldNum" sz="quarter" idx="12"/>
          </p:nvPr>
        </p:nvSpPr>
        <p:spPr/>
        <p:txBody>
          <a:bodyPr/>
          <a:lstStyle/>
          <a:p>
            <a:fld id="{78AD56AB-075C-42DA-8EAB-2A4FF705D18F}" type="slidenum">
              <a:rPr lang="en-US" smtClean="0"/>
              <a:t>‹#›</a:t>
            </a:fld>
            <a:endParaRPr lang="en-US"/>
          </a:p>
        </p:txBody>
      </p:sp>
    </p:spTree>
    <p:extLst>
      <p:ext uri="{BB962C8B-B14F-4D97-AF65-F5344CB8AC3E}">
        <p14:creationId xmlns:p14="http://schemas.microsoft.com/office/powerpoint/2010/main" val="2939427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3506D-7DFA-1FF6-D289-D51E408631B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B36DDFE-5DA6-6C22-95FC-2139A935FBDA}"/>
              </a:ext>
            </a:extLst>
          </p:cNvPr>
          <p:cNvSpPr>
            <a:spLocks noGrp="1"/>
          </p:cNvSpPr>
          <p:nvPr>
            <p:ph type="dt" sz="half" idx="10"/>
          </p:nvPr>
        </p:nvSpPr>
        <p:spPr/>
        <p:txBody>
          <a:bodyPr/>
          <a:lstStyle/>
          <a:p>
            <a:fld id="{00B22A25-8408-4B8D-A5AD-AF80CE804250}" type="datetimeFigureOut">
              <a:rPr lang="en-US" smtClean="0"/>
              <a:t>9/29/2026</a:t>
            </a:fld>
            <a:endParaRPr lang="en-US"/>
          </a:p>
        </p:txBody>
      </p:sp>
      <p:sp>
        <p:nvSpPr>
          <p:cNvPr id="4" name="Footer Placeholder 3">
            <a:extLst>
              <a:ext uri="{FF2B5EF4-FFF2-40B4-BE49-F238E27FC236}">
                <a16:creationId xmlns:a16="http://schemas.microsoft.com/office/drawing/2014/main" id="{B6B5F9EF-4D9D-3849-5342-0407D8C9DD2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B3C0037-8991-E8DE-7049-C3CC3D1A12C2}"/>
              </a:ext>
            </a:extLst>
          </p:cNvPr>
          <p:cNvSpPr>
            <a:spLocks noGrp="1"/>
          </p:cNvSpPr>
          <p:nvPr>
            <p:ph type="sldNum" sz="quarter" idx="12"/>
          </p:nvPr>
        </p:nvSpPr>
        <p:spPr/>
        <p:txBody>
          <a:bodyPr/>
          <a:lstStyle/>
          <a:p>
            <a:fld id="{78AD56AB-075C-42DA-8EAB-2A4FF705D18F}" type="slidenum">
              <a:rPr lang="en-US" smtClean="0"/>
              <a:t>‹#›</a:t>
            </a:fld>
            <a:endParaRPr lang="en-US"/>
          </a:p>
        </p:txBody>
      </p:sp>
    </p:spTree>
    <p:extLst>
      <p:ext uri="{BB962C8B-B14F-4D97-AF65-F5344CB8AC3E}">
        <p14:creationId xmlns:p14="http://schemas.microsoft.com/office/powerpoint/2010/main" val="3997069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47F2DB-04C2-2550-E486-17334E41DF6E}"/>
              </a:ext>
            </a:extLst>
          </p:cNvPr>
          <p:cNvSpPr>
            <a:spLocks noGrp="1"/>
          </p:cNvSpPr>
          <p:nvPr>
            <p:ph type="dt" sz="half" idx="10"/>
          </p:nvPr>
        </p:nvSpPr>
        <p:spPr/>
        <p:txBody>
          <a:bodyPr/>
          <a:lstStyle/>
          <a:p>
            <a:fld id="{00B22A25-8408-4B8D-A5AD-AF80CE804250}" type="datetimeFigureOut">
              <a:rPr lang="en-US" smtClean="0"/>
              <a:t>9/29/2026</a:t>
            </a:fld>
            <a:endParaRPr lang="en-US"/>
          </a:p>
        </p:txBody>
      </p:sp>
      <p:sp>
        <p:nvSpPr>
          <p:cNvPr id="3" name="Footer Placeholder 2">
            <a:extLst>
              <a:ext uri="{FF2B5EF4-FFF2-40B4-BE49-F238E27FC236}">
                <a16:creationId xmlns:a16="http://schemas.microsoft.com/office/drawing/2014/main" id="{B973F6EF-6819-718F-4646-CB180D63F76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3BCEBC4-1A6B-DE18-3898-48A9C2015585}"/>
              </a:ext>
            </a:extLst>
          </p:cNvPr>
          <p:cNvSpPr>
            <a:spLocks noGrp="1"/>
          </p:cNvSpPr>
          <p:nvPr>
            <p:ph type="sldNum" sz="quarter" idx="12"/>
          </p:nvPr>
        </p:nvSpPr>
        <p:spPr/>
        <p:txBody>
          <a:bodyPr/>
          <a:lstStyle/>
          <a:p>
            <a:fld id="{78AD56AB-075C-42DA-8EAB-2A4FF705D18F}" type="slidenum">
              <a:rPr lang="en-US" smtClean="0"/>
              <a:t>‹#›</a:t>
            </a:fld>
            <a:endParaRPr lang="en-US"/>
          </a:p>
        </p:txBody>
      </p:sp>
    </p:spTree>
    <p:extLst>
      <p:ext uri="{BB962C8B-B14F-4D97-AF65-F5344CB8AC3E}">
        <p14:creationId xmlns:p14="http://schemas.microsoft.com/office/powerpoint/2010/main" val="40161233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7E121-8421-1BBD-CAC0-5C2153C3C5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0EF94D5-17D3-3DBB-DC29-A6A623909B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3458CB4-63AA-1512-81ED-1E428107D5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04019E-7C8E-1A7B-4E8B-876E32B31E67}"/>
              </a:ext>
            </a:extLst>
          </p:cNvPr>
          <p:cNvSpPr>
            <a:spLocks noGrp="1"/>
          </p:cNvSpPr>
          <p:nvPr>
            <p:ph type="dt" sz="half" idx="10"/>
          </p:nvPr>
        </p:nvSpPr>
        <p:spPr/>
        <p:txBody>
          <a:bodyPr/>
          <a:lstStyle/>
          <a:p>
            <a:fld id="{00B22A25-8408-4B8D-A5AD-AF80CE804250}" type="datetimeFigureOut">
              <a:rPr lang="en-US" smtClean="0"/>
              <a:t>9/29/2026</a:t>
            </a:fld>
            <a:endParaRPr lang="en-US"/>
          </a:p>
        </p:txBody>
      </p:sp>
      <p:sp>
        <p:nvSpPr>
          <p:cNvPr id="6" name="Footer Placeholder 5">
            <a:extLst>
              <a:ext uri="{FF2B5EF4-FFF2-40B4-BE49-F238E27FC236}">
                <a16:creationId xmlns:a16="http://schemas.microsoft.com/office/drawing/2014/main" id="{C7268578-C6E0-A3EB-32E1-926BEFDC99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2C4D59-BFE2-F51D-CCCB-2B42A316650C}"/>
              </a:ext>
            </a:extLst>
          </p:cNvPr>
          <p:cNvSpPr>
            <a:spLocks noGrp="1"/>
          </p:cNvSpPr>
          <p:nvPr>
            <p:ph type="sldNum" sz="quarter" idx="12"/>
          </p:nvPr>
        </p:nvSpPr>
        <p:spPr/>
        <p:txBody>
          <a:bodyPr/>
          <a:lstStyle/>
          <a:p>
            <a:fld id="{78AD56AB-075C-42DA-8EAB-2A4FF705D18F}" type="slidenum">
              <a:rPr lang="en-US" smtClean="0"/>
              <a:t>‹#›</a:t>
            </a:fld>
            <a:endParaRPr lang="en-US"/>
          </a:p>
        </p:txBody>
      </p:sp>
    </p:spTree>
    <p:extLst>
      <p:ext uri="{BB962C8B-B14F-4D97-AF65-F5344CB8AC3E}">
        <p14:creationId xmlns:p14="http://schemas.microsoft.com/office/powerpoint/2010/main" val="38878662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8E2D9-0DC6-4A0A-DB0D-046A88D558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C89F085-DFDF-56E1-8BF0-411EF30103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6670298-DFC2-BA3D-F01B-41710C02FA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C544E0-3D52-6379-9094-834A3D174DDF}"/>
              </a:ext>
            </a:extLst>
          </p:cNvPr>
          <p:cNvSpPr>
            <a:spLocks noGrp="1"/>
          </p:cNvSpPr>
          <p:nvPr>
            <p:ph type="dt" sz="half" idx="10"/>
          </p:nvPr>
        </p:nvSpPr>
        <p:spPr/>
        <p:txBody>
          <a:bodyPr/>
          <a:lstStyle/>
          <a:p>
            <a:fld id="{00B22A25-8408-4B8D-A5AD-AF80CE804250}" type="datetimeFigureOut">
              <a:rPr lang="en-US" smtClean="0"/>
              <a:t>9/29/2026</a:t>
            </a:fld>
            <a:endParaRPr lang="en-US"/>
          </a:p>
        </p:txBody>
      </p:sp>
      <p:sp>
        <p:nvSpPr>
          <p:cNvPr id="6" name="Footer Placeholder 5">
            <a:extLst>
              <a:ext uri="{FF2B5EF4-FFF2-40B4-BE49-F238E27FC236}">
                <a16:creationId xmlns:a16="http://schemas.microsoft.com/office/drawing/2014/main" id="{4095602E-D910-02D1-DCBB-11E8AA87CA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798C61-02EC-04BE-173F-0B4A9B6BA9BF}"/>
              </a:ext>
            </a:extLst>
          </p:cNvPr>
          <p:cNvSpPr>
            <a:spLocks noGrp="1"/>
          </p:cNvSpPr>
          <p:nvPr>
            <p:ph type="sldNum" sz="quarter" idx="12"/>
          </p:nvPr>
        </p:nvSpPr>
        <p:spPr/>
        <p:txBody>
          <a:bodyPr/>
          <a:lstStyle/>
          <a:p>
            <a:fld id="{78AD56AB-075C-42DA-8EAB-2A4FF705D18F}" type="slidenum">
              <a:rPr lang="en-US" smtClean="0"/>
              <a:t>‹#›</a:t>
            </a:fld>
            <a:endParaRPr lang="en-US"/>
          </a:p>
        </p:txBody>
      </p:sp>
    </p:spTree>
    <p:extLst>
      <p:ext uri="{BB962C8B-B14F-4D97-AF65-F5344CB8AC3E}">
        <p14:creationId xmlns:p14="http://schemas.microsoft.com/office/powerpoint/2010/main" val="11500172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5AD4F-E9B4-64F0-D6DD-737D5AAD575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0EB2408-D904-FD7E-5A8F-16D3CCC9909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35EE91-BAB8-2F44-DBB2-F1328FE4ED76}"/>
              </a:ext>
            </a:extLst>
          </p:cNvPr>
          <p:cNvSpPr>
            <a:spLocks noGrp="1"/>
          </p:cNvSpPr>
          <p:nvPr>
            <p:ph type="dt" sz="half" idx="10"/>
          </p:nvPr>
        </p:nvSpPr>
        <p:spPr/>
        <p:txBody>
          <a:bodyPr/>
          <a:lstStyle/>
          <a:p>
            <a:fld id="{00B22A25-8408-4B8D-A5AD-AF80CE804250}" type="datetimeFigureOut">
              <a:rPr lang="en-US" smtClean="0"/>
              <a:t>9/29/2026</a:t>
            </a:fld>
            <a:endParaRPr lang="en-US"/>
          </a:p>
        </p:txBody>
      </p:sp>
      <p:sp>
        <p:nvSpPr>
          <p:cNvPr id="5" name="Footer Placeholder 4">
            <a:extLst>
              <a:ext uri="{FF2B5EF4-FFF2-40B4-BE49-F238E27FC236}">
                <a16:creationId xmlns:a16="http://schemas.microsoft.com/office/drawing/2014/main" id="{E565E460-17EB-182E-5A42-901C31D7E7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4ABDEE-A22E-4E6C-99A7-507BD73C51C9}"/>
              </a:ext>
            </a:extLst>
          </p:cNvPr>
          <p:cNvSpPr>
            <a:spLocks noGrp="1"/>
          </p:cNvSpPr>
          <p:nvPr>
            <p:ph type="sldNum" sz="quarter" idx="12"/>
          </p:nvPr>
        </p:nvSpPr>
        <p:spPr/>
        <p:txBody>
          <a:bodyPr/>
          <a:lstStyle/>
          <a:p>
            <a:fld id="{78AD56AB-075C-42DA-8EAB-2A4FF705D18F}" type="slidenum">
              <a:rPr lang="en-US" smtClean="0"/>
              <a:t>‹#›</a:t>
            </a:fld>
            <a:endParaRPr lang="en-US"/>
          </a:p>
        </p:txBody>
      </p:sp>
    </p:spTree>
    <p:extLst>
      <p:ext uri="{BB962C8B-B14F-4D97-AF65-F5344CB8AC3E}">
        <p14:creationId xmlns:p14="http://schemas.microsoft.com/office/powerpoint/2010/main" val="1564411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72D89E-4B25-6904-9879-AED2AD5CE1A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23D1BA-49F1-B86E-C66F-0B8F8450F3A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85F90C-4701-C192-642D-AAF932702CEB}"/>
              </a:ext>
            </a:extLst>
          </p:cNvPr>
          <p:cNvSpPr>
            <a:spLocks noGrp="1"/>
          </p:cNvSpPr>
          <p:nvPr>
            <p:ph type="dt" sz="half" idx="10"/>
          </p:nvPr>
        </p:nvSpPr>
        <p:spPr/>
        <p:txBody>
          <a:bodyPr/>
          <a:lstStyle/>
          <a:p>
            <a:fld id="{00B22A25-8408-4B8D-A5AD-AF80CE804250}" type="datetimeFigureOut">
              <a:rPr lang="en-US" smtClean="0"/>
              <a:t>9/29/2026</a:t>
            </a:fld>
            <a:endParaRPr lang="en-US"/>
          </a:p>
        </p:txBody>
      </p:sp>
      <p:sp>
        <p:nvSpPr>
          <p:cNvPr id="5" name="Footer Placeholder 4">
            <a:extLst>
              <a:ext uri="{FF2B5EF4-FFF2-40B4-BE49-F238E27FC236}">
                <a16:creationId xmlns:a16="http://schemas.microsoft.com/office/drawing/2014/main" id="{B66CC239-6BC6-FBE7-B3A1-98BBB1195F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B2D777-7D7B-6587-E463-04473396F88A}"/>
              </a:ext>
            </a:extLst>
          </p:cNvPr>
          <p:cNvSpPr>
            <a:spLocks noGrp="1"/>
          </p:cNvSpPr>
          <p:nvPr>
            <p:ph type="sldNum" sz="quarter" idx="12"/>
          </p:nvPr>
        </p:nvSpPr>
        <p:spPr/>
        <p:txBody>
          <a:bodyPr/>
          <a:lstStyle/>
          <a:p>
            <a:fld id="{78AD56AB-075C-42DA-8EAB-2A4FF705D18F}" type="slidenum">
              <a:rPr lang="en-US" smtClean="0"/>
              <a:t>‹#›</a:t>
            </a:fld>
            <a:endParaRPr lang="en-US"/>
          </a:p>
        </p:txBody>
      </p:sp>
    </p:spTree>
    <p:extLst>
      <p:ext uri="{BB962C8B-B14F-4D97-AF65-F5344CB8AC3E}">
        <p14:creationId xmlns:p14="http://schemas.microsoft.com/office/powerpoint/2010/main" val="19816439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ver_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748CF3F-C310-A798-3FC5-A1091EC24F32}"/>
              </a:ext>
            </a:extLst>
          </p:cNvPr>
          <p:cNvSpPr/>
          <p:nvPr userDrawn="1"/>
        </p:nvSpPr>
        <p:spPr>
          <a:xfrm>
            <a:off x="0" y="0"/>
            <a:ext cx="12192000" cy="6858000"/>
          </a:xfrm>
          <a:prstGeom prst="rect">
            <a:avLst/>
          </a:prstGeom>
          <a:solidFill>
            <a:srgbClr val="09020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 name="Picture 1">
            <a:extLst>
              <a:ext uri="{FF2B5EF4-FFF2-40B4-BE49-F238E27FC236}">
                <a16:creationId xmlns:a16="http://schemas.microsoft.com/office/drawing/2014/main" id="{E6440974-A0F0-F14F-D260-E09DA671DCDA}"/>
              </a:ext>
            </a:extLst>
          </p:cNvPr>
          <p:cNvPicPr>
            <a:picLocks noChangeAspect="1"/>
          </p:cNvPicPr>
          <p:nvPr userDrawn="1"/>
        </p:nvPicPr>
        <p:blipFill rotWithShape="1">
          <a:blip r:embed="rId2"/>
          <a:srcRect t="2412" r="2103"/>
          <a:stretch/>
        </p:blipFill>
        <p:spPr>
          <a:xfrm flipH="1">
            <a:off x="1133473" y="657276"/>
            <a:ext cx="11058523" cy="6200724"/>
          </a:xfrm>
          <a:prstGeom prst="rect">
            <a:avLst/>
          </a:prstGeom>
        </p:spPr>
      </p:pic>
      <p:pic>
        <p:nvPicPr>
          <p:cNvPr id="4" name="Graphic 3">
            <a:extLst>
              <a:ext uri="{FF2B5EF4-FFF2-40B4-BE49-F238E27FC236}">
                <a16:creationId xmlns:a16="http://schemas.microsoft.com/office/drawing/2014/main" id="{1A0F37DD-1BE1-1AE7-5545-AEDAA9BD327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39273" y="334878"/>
            <a:ext cx="3276600" cy="491490"/>
          </a:xfrm>
          <a:prstGeom prst="rect">
            <a:avLst/>
          </a:prstGeom>
        </p:spPr>
      </p:pic>
      <p:sp>
        <p:nvSpPr>
          <p:cNvPr id="10" name="Rectangle 9">
            <a:extLst>
              <a:ext uri="{FF2B5EF4-FFF2-40B4-BE49-F238E27FC236}">
                <a16:creationId xmlns:a16="http://schemas.microsoft.com/office/drawing/2014/main" id="{F1F3F5F4-3820-5854-232F-CF1E10F6076E}"/>
              </a:ext>
            </a:extLst>
          </p:cNvPr>
          <p:cNvSpPr/>
          <p:nvPr userDrawn="1"/>
        </p:nvSpPr>
        <p:spPr>
          <a:xfrm>
            <a:off x="0" y="5356860"/>
            <a:ext cx="6316980" cy="1501139"/>
          </a:xfrm>
          <a:prstGeom prst="rect">
            <a:avLst/>
          </a:prstGeom>
          <a:gradFill flip="none" rotWithShape="1">
            <a:gsLst>
              <a:gs pos="0">
                <a:schemeClr val="tx1">
                  <a:alpha val="87000"/>
                </a:schemeClr>
              </a:gs>
              <a:gs pos="100000">
                <a:schemeClr val="tx1">
                  <a:alpha val="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3" name="Group 12">
            <a:extLst>
              <a:ext uri="{FF2B5EF4-FFF2-40B4-BE49-F238E27FC236}">
                <a16:creationId xmlns:a16="http://schemas.microsoft.com/office/drawing/2014/main" id="{977ABC60-1015-CA7D-6165-EAB4CE2A7F00}"/>
              </a:ext>
            </a:extLst>
          </p:cNvPr>
          <p:cNvGrpSpPr/>
          <p:nvPr userDrawn="1"/>
        </p:nvGrpSpPr>
        <p:grpSpPr>
          <a:xfrm>
            <a:off x="445174" y="2002465"/>
            <a:ext cx="3741293" cy="2851865"/>
            <a:chOff x="435649" y="2002465"/>
            <a:chExt cx="3741293" cy="2851865"/>
          </a:xfrm>
        </p:grpSpPr>
        <p:sp>
          <p:nvSpPr>
            <p:cNvPr id="7" name="TextBox 6">
              <a:extLst>
                <a:ext uri="{FF2B5EF4-FFF2-40B4-BE49-F238E27FC236}">
                  <a16:creationId xmlns:a16="http://schemas.microsoft.com/office/drawing/2014/main" id="{FD3AC36E-B320-78DD-E691-BE855821E7FE}"/>
                </a:ext>
              </a:extLst>
            </p:cNvPr>
            <p:cNvSpPr txBox="1"/>
            <p:nvPr userDrawn="1"/>
          </p:nvSpPr>
          <p:spPr>
            <a:xfrm>
              <a:off x="2111803" y="2805752"/>
              <a:ext cx="2065139" cy="1246495"/>
            </a:xfrm>
            <a:prstGeom prst="rect">
              <a:avLst/>
            </a:prstGeom>
            <a:noFill/>
          </p:spPr>
          <p:txBody>
            <a:bodyPr wrap="square" rtlCol="0" anchor="ctr">
              <a:spAutoFit/>
            </a:bodyPr>
            <a:lstStyle/>
            <a:p>
              <a:r>
                <a:rPr lang="en-IN" sz="2500" dirty="0">
                  <a:solidFill>
                    <a:schemeClr val="bg1"/>
                  </a:solidFill>
                </a:rPr>
                <a:t>Purposeful. </a:t>
              </a:r>
            </a:p>
            <a:p>
              <a:r>
                <a:rPr lang="en-IN" sz="2500" dirty="0">
                  <a:solidFill>
                    <a:schemeClr val="bg1"/>
                  </a:solidFill>
                </a:rPr>
                <a:t>Agile.</a:t>
              </a:r>
            </a:p>
            <a:p>
              <a:r>
                <a:rPr lang="en-IN" sz="2500" dirty="0">
                  <a:solidFill>
                    <a:schemeClr val="bg1"/>
                  </a:solidFill>
                </a:rPr>
                <a:t>Innovation.</a:t>
              </a:r>
            </a:p>
          </p:txBody>
        </p:sp>
        <p:pic>
          <p:nvPicPr>
            <p:cNvPr id="12" name="Graphic 11">
              <a:extLst>
                <a:ext uri="{FF2B5EF4-FFF2-40B4-BE49-F238E27FC236}">
                  <a16:creationId xmlns:a16="http://schemas.microsoft.com/office/drawing/2014/main" id="{F5173B0F-EFDF-09D6-E856-07569D6567B1}"/>
                </a:ext>
              </a:extLst>
            </p:cNvPr>
            <p:cNvPicPr>
              <a:picLocks noChangeAspect="1"/>
            </p:cNvPicPr>
            <p:nvPr userDrawn="1"/>
          </p:nvPicPr>
          <p:blipFill>
            <a:blip>
              <a:extLst>
                <a:ext uri="{96DAC541-7B7A-43D3-8B79-37D633B846F1}">
                  <asvg:svgBlip xmlns:asvg="http://schemas.microsoft.com/office/drawing/2016/SVG/main" r:embed="rId4"/>
                </a:ext>
              </a:extLst>
            </a:blip>
            <a:srcRect/>
            <a:stretch>
              <a:fillRect/>
            </a:stretch>
          </p:blipFill>
          <p:spPr>
            <a:xfrm>
              <a:off x="435649" y="2002465"/>
              <a:ext cx="3074351" cy="2851865"/>
            </a:xfrm>
            <a:custGeom>
              <a:avLst/>
              <a:gdLst>
                <a:gd name="connsiteX0" fmla="*/ 0 w 3074351"/>
                <a:gd name="connsiteY0" fmla="*/ 0 h 2851865"/>
                <a:gd name="connsiteX1" fmla="*/ 3074351 w 3074351"/>
                <a:gd name="connsiteY1" fmla="*/ 0 h 2851865"/>
                <a:gd name="connsiteX2" fmla="*/ 3074351 w 3074351"/>
                <a:gd name="connsiteY2" fmla="*/ 883610 h 2851865"/>
                <a:gd name="connsiteX3" fmla="*/ 1603216 w 3074351"/>
                <a:gd name="connsiteY3" fmla="*/ 883610 h 2851865"/>
                <a:gd name="connsiteX4" fmla="*/ 1603216 w 3074351"/>
                <a:gd name="connsiteY4" fmla="*/ 2030732 h 2851865"/>
                <a:gd name="connsiteX5" fmla="*/ 3074351 w 3074351"/>
                <a:gd name="connsiteY5" fmla="*/ 2030732 h 2851865"/>
                <a:gd name="connsiteX6" fmla="*/ 3074351 w 3074351"/>
                <a:gd name="connsiteY6" fmla="*/ 2851865 h 2851865"/>
                <a:gd name="connsiteX7" fmla="*/ 0 w 3074351"/>
                <a:gd name="connsiteY7" fmla="*/ 2851865 h 2851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74351" h="2851865">
                  <a:moveTo>
                    <a:pt x="0" y="0"/>
                  </a:moveTo>
                  <a:lnTo>
                    <a:pt x="3074351" y="0"/>
                  </a:lnTo>
                  <a:lnTo>
                    <a:pt x="3074351" y="883610"/>
                  </a:lnTo>
                  <a:lnTo>
                    <a:pt x="1603216" y="883610"/>
                  </a:lnTo>
                  <a:lnTo>
                    <a:pt x="1603216" y="2030732"/>
                  </a:lnTo>
                  <a:lnTo>
                    <a:pt x="3074351" y="2030732"/>
                  </a:lnTo>
                  <a:lnTo>
                    <a:pt x="3074351" y="2851865"/>
                  </a:lnTo>
                  <a:lnTo>
                    <a:pt x="0" y="2851865"/>
                  </a:lnTo>
                  <a:close/>
                </a:path>
              </a:pathLst>
            </a:custGeom>
          </p:spPr>
        </p:pic>
      </p:grpSp>
      <p:pic>
        <p:nvPicPr>
          <p:cNvPr id="5" name="Graphic 4">
            <a:extLst>
              <a:ext uri="{FF2B5EF4-FFF2-40B4-BE49-F238E27FC236}">
                <a16:creationId xmlns:a16="http://schemas.microsoft.com/office/drawing/2014/main" id="{1814E23E-283E-C440-5866-CADE5F53B924}"/>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8985124" y="503024"/>
            <a:ext cx="2776539" cy="154252"/>
          </a:xfrm>
          <a:prstGeom prst="rect">
            <a:avLst/>
          </a:prstGeom>
        </p:spPr>
      </p:pic>
      <p:pic>
        <p:nvPicPr>
          <p:cNvPr id="8" name="Picture 7" descr="A black background with white text and yellow light bulb&#10;&#10;AI-generated content may be incorrect.">
            <a:extLst>
              <a:ext uri="{FF2B5EF4-FFF2-40B4-BE49-F238E27FC236}">
                <a16:creationId xmlns:a16="http://schemas.microsoft.com/office/drawing/2014/main" id="{C83B51A8-2F44-A251-020A-443601ABFB84}"/>
              </a:ext>
            </a:extLst>
          </p:cNvPr>
          <p:cNvPicPr>
            <a:picLocks noChangeAspect="1"/>
          </p:cNvPicPr>
          <p:nvPr userDrawn="1"/>
        </p:nvPicPr>
        <p:blipFill>
          <a:blip r:embed="rId6" cstate="print">
            <a:extLst>
              <a:ext uri="{28A0092B-C50C-407E-A947-70E740481C1C}">
                <a14:useLocalDpi xmlns:a14="http://schemas.microsoft.com/office/drawing/2010/main" val="0"/>
              </a:ext>
            </a:extLst>
          </a:blip>
          <a:srcRect l="3653" r="2375"/>
          <a:stretch/>
        </p:blipFill>
        <p:spPr>
          <a:xfrm>
            <a:off x="439273" y="5968064"/>
            <a:ext cx="1741620" cy="746278"/>
          </a:xfrm>
          <a:prstGeom prst="rect">
            <a:avLst/>
          </a:prstGeom>
        </p:spPr>
      </p:pic>
    </p:spTree>
    <p:extLst>
      <p:ext uri="{BB962C8B-B14F-4D97-AF65-F5344CB8AC3E}">
        <p14:creationId xmlns:p14="http://schemas.microsoft.com/office/powerpoint/2010/main" val="23620017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ext_Slide">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3BBF3F82-3C53-C5AA-C727-A678218BE83F}"/>
              </a:ext>
            </a:extLst>
          </p:cNvPr>
          <p:cNvSpPr>
            <a:spLocks noGrp="1"/>
          </p:cNvSpPr>
          <p:nvPr>
            <p:ph type="title" hasCustomPrompt="1"/>
          </p:nvPr>
        </p:nvSpPr>
        <p:spPr bwMode="gray">
          <a:xfrm>
            <a:off x="464000" y="243840"/>
            <a:ext cx="11270800" cy="546360"/>
          </a:xfrm>
          <a:prstGeom prst="rect">
            <a:avLst/>
          </a:prstGeom>
        </p:spPr>
        <p:txBody>
          <a:bodyPr lIns="0" rIns="0" anchor="b">
            <a:normAutofit/>
          </a:bodyPr>
          <a:lstStyle>
            <a:lvl1pPr>
              <a:defRPr sz="3200" b="1">
                <a:solidFill>
                  <a:schemeClr val="tx1"/>
                </a:solidFill>
                <a:latin typeface="Calibri" charset="0"/>
                <a:ea typeface="Calibri" charset="0"/>
                <a:cs typeface="Calibri" charset="0"/>
              </a:defRPr>
            </a:lvl1pPr>
          </a:lstStyle>
          <a:p>
            <a:r>
              <a:rPr lang="en-US" dirty="0"/>
              <a:t>Click to edit title text</a:t>
            </a:r>
          </a:p>
        </p:txBody>
      </p:sp>
      <p:sp>
        <p:nvSpPr>
          <p:cNvPr id="2" name="Text Placeholder 2">
            <a:extLst>
              <a:ext uri="{FF2B5EF4-FFF2-40B4-BE49-F238E27FC236}">
                <a16:creationId xmlns:a16="http://schemas.microsoft.com/office/drawing/2014/main" id="{0AF73541-B415-9FCA-5C11-836A8EFE11C3}"/>
              </a:ext>
            </a:extLst>
          </p:cNvPr>
          <p:cNvSpPr>
            <a:spLocks noGrp="1"/>
          </p:cNvSpPr>
          <p:nvPr>
            <p:ph type="body" sz="quarter" idx="11" hasCustomPrompt="1"/>
          </p:nvPr>
        </p:nvSpPr>
        <p:spPr>
          <a:xfrm>
            <a:off x="499379" y="1240151"/>
            <a:ext cx="11235421" cy="4733925"/>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Picture 2">
            <a:extLst>
              <a:ext uri="{FF2B5EF4-FFF2-40B4-BE49-F238E27FC236}">
                <a16:creationId xmlns:a16="http://schemas.microsoft.com/office/drawing/2014/main" id="{382B1CFF-1E57-3907-DE1F-902FF92453FF}"/>
              </a:ext>
            </a:extLst>
          </p:cNvPr>
          <p:cNvPicPr>
            <a:picLocks noChangeAspect="1"/>
          </p:cNvPicPr>
          <p:nvPr userDrawn="1"/>
        </p:nvPicPr>
        <p:blipFill>
          <a:blip r:embed="rId2"/>
          <a:stretch>
            <a:fillRect/>
          </a:stretch>
        </p:blipFill>
        <p:spPr>
          <a:xfrm flipV="1">
            <a:off x="12008146" y="0"/>
            <a:ext cx="183854" cy="6858000"/>
          </a:xfrm>
          <a:prstGeom prst="rect">
            <a:avLst/>
          </a:prstGeom>
        </p:spPr>
      </p:pic>
      <p:sp>
        <p:nvSpPr>
          <p:cNvPr id="5" name="Rectangle 4">
            <a:extLst>
              <a:ext uri="{FF2B5EF4-FFF2-40B4-BE49-F238E27FC236}">
                <a16:creationId xmlns:a16="http://schemas.microsoft.com/office/drawing/2014/main" id="{77FB8498-7694-6564-5B20-A2BAE2DBB53F}"/>
              </a:ext>
            </a:extLst>
          </p:cNvPr>
          <p:cNvSpPr/>
          <p:nvPr userDrawn="1"/>
        </p:nvSpPr>
        <p:spPr>
          <a:xfrm>
            <a:off x="460600" y="830469"/>
            <a:ext cx="11270800" cy="36000"/>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770582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ustom Layout_06">
    <p:spTree>
      <p:nvGrpSpPr>
        <p:cNvPr id="1" name=""/>
        <p:cNvGrpSpPr/>
        <p:nvPr/>
      </p:nvGrpSpPr>
      <p:grpSpPr>
        <a:xfrm>
          <a:off x="0" y="0"/>
          <a:ext cx="0" cy="0"/>
          <a:chOff x="0" y="0"/>
          <a:chExt cx="0" cy="0"/>
        </a:xfrm>
      </p:grpSpPr>
      <p:sp>
        <p:nvSpPr>
          <p:cNvPr id="15" name="Title 1"/>
          <p:cNvSpPr>
            <a:spLocks noGrp="1"/>
          </p:cNvSpPr>
          <p:nvPr>
            <p:ph type="title" hasCustomPrompt="1"/>
          </p:nvPr>
        </p:nvSpPr>
        <p:spPr bwMode="gray">
          <a:xfrm>
            <a:off x="464000" y="243840"/>
            <a:ext cx="11270800" cy="546360"/>
          </a:xfrm>
          <a:prstGeom prst="rect">
            <a:avLst/>
          </a:prstGeom>
        </p:spPr>
        <p:txBody>
          <a:bodyPr lIns="0" rIns="0" anchor="b">
            <a:normAutofit/>
          </a:bodyPr>
          <a:lstStyle>
            <a:lvl1pPr>
              <a:defRPr sz="3200" b="1">
                <a:solidFill>
                  <a:schemeClr val="tx1"/>
                </a:solidFill>
                <a:latin typeface="Calibri" panose="020F0502020204030204" charset="0"/>
                <a:ea typeface="Calibri" panose="020F0502020204030204" charset="0"/>
                <a:cs typeface="Calibri" panose="020F0502020204030204" charset="0"/>
              </a:defRPr>
            </a:lvl1pPr>
          </a:lstStyle>
          <a:p>
            <a:r>
              <a:rPr lang="en-US" dirty="0"/>
              <a:t>Click to edit title text</a:t>
            </a:r>
          </a:p>
        </p:txBody>
      </p:sp>
      <p:pic>
        <p:nvPicPr>
          <p:cNvPr id="3" name="Picture 2"/>
          <p:cNvPicPr>
            <a:picLocks noChangeAspect="1"/>
          </p:cNvPicPr>
          <p:nvPr userDrawn="1"/>
        </p:nvPicPr>
        <p:blipFill>
          <a:blip r:embed="rId2"/>
          <a:stretch>
            <a:fillRect/>
          </a:stretch>
        </p:blipFill>
        <p:spPr>
          <a:xfrm flipV="1">
            <a:off x="12008146" y="0"/>
            <a:ext cx="183854" cy="6858000"/>
          </a:xfrm>
          <a:prstGeom prst="rect">
            <a:avLst/>
          </a:prstGeom>
        </p:spPr>
      </p:pic>
      <p:sp>
        <p:nvSpPr>
          <p:cNvPr id="6" name="Rectangle 5">
            <a:extLst>
              <a:ext uri="{FF2B5EF4-FFF2-40B4-BE49-F238E27FC236}">
                <a16:creationId xmlns:a16="http://schemas.microsoft.com/office/drawing/2014/main" id="{B9210F75-55B0-5AEC-5D31-BA108041D490}"/>
              </a:ext>
            </a:extLst>
          </p:cNvPr>
          <p:cNvSpPr/>
          <p:nvPr userDrawn="1"/>
        </p:nvSpPr>
        <p:spPr>
          <a:xfrm>
            <a:off x="460600" y="830469"/>
            <a:ext cx="11270800" cy="36000"/>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Placeholder 2">
            <a:extLst>
              <a:ext uri="{FF2B5EF4-FFF2-40B4-BE49-F238E27FC236}">
                <a16:creationId xmlns:a16="http://schemas.microsoft.com/office/drawing/2014/main" id="{E7A0F312-CFE2-EF3C-055F-E90DAF63FEDE}"/>
              </a:ext>
            </a:extLst>
          </p:cNvPr>
          <p:cNvSpPr>
            <a:spLocks noGrp="1"/>
          </p:cNvSpPr>
          <p:nvPr>
            <p:ph type="body" sz="quarter" idx="11" hasCustomPrompt="1"/>
          </p:nvPr>
        </p:nvSpPr>
        <p:spPr>
          <a:xfrm>
            <a:off x="5216917" y="2146980"/>
            <a:ext cx="6421307" cy="1531286"/>
          </a:xfrm>
          <a:prstGeom prst="rect">
            <a:avLst/>
          </a:prstGeom>
        </p:spPr>
        <p:txBody>
          <a:bodyPr>
            <a:normAutofit/>
          </a:bodyPr>
          <a:lstStyle>
            <a:lvl1pPr marL="0" indent="0">
              <a:lnSpc>
                <a:spcPct val="100000"/>
              </a:lnSpc>
              <a:spcBef>
                <a:spcPts val="0"/>
              </a:spcBef>
              <a:spcAft>
                <a:spcPts val="800"/>
              </a:spcAft>
              <a:buNone/>
              <a:defRPr sz="16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Duis </a:t>
            </a:r>
            <a:r>
              <a:rPr lang="en-US" dirty="0" err="1"/>
              <a:t>aute</a:t>
            </a:r>
            <a:r>
              <a:rPr lang="en-US" dirty="0"/>
              <a:t> </a:t>
            </a:r>
            <a:r>
              <a:rPr lang="en-US" dirty="0" err="1"/>
              <a:t>irure</a:t>
            </a:r>
            <a:r>
              <a:rPr lang="en-US" dirty="0"/>
              <a:t> dolor in</a:t>
            </a:r>
          </a:p>
        </p:txBody>
      </p:sp>
      <p:sp>
        <p:nvSpPr>
          <p:cNvPr id="4" name="Picture Placeholder 39">
            <a:extLst>
              <a:ext uri="{FF2B5EF4-FFF2-40B4-BE49-F238E27FC236}">
                <a16:creationId xmlns:a16="http://schemas.microsoft.com/office/drawing/2014/main" id="{04139990-3122-B7D2-F93A-C332A3AF62DF}"/>
              </a:ext>
            </a:extLst>
          </p:cNvPr>
          <p:cNvSpPr>
            <a:spLocks noGrp="1"/>
          </p:cNvSpPr>
          <p:nvPr>
            <p:ph type="pic" sz="quarter" idx="46"/>
          </p:nvPr>
        </p:nvSpPr>
        <p:spPr>
          <a:xfrm>
            <a:off x="460600" y="1743234"/>
            <a:ext cx="4191788" cy="3598264"/>
          </a:xfrm>
          <a:prstGeom prst="rect">
            <a:avLst/>
          </a:prstGeom>
          <a:solidFill>
            <a:schemeClr val="bg1">
              <a:lumMod val="95000"/>
            </a:schemeClr>
          </a:solidFill>
        </p:spPr>
        <p:txBody>
          <a:bodyPr>
            <a:normAutofit/>
          </a:bodyPr>
          <a:lstStyle>
            <a:lvl1pPr>
              <a:defRPr sz="1400"/>
            </a:lvl1pPr>
          </a:lstStyle>
          <a:p>
            <a:endParaRPr lang="en-US" dirty="0"/>
          </a:p>
        </p:txBody>
      </p:sp>
      <p:sp>
        <p:nvSpPr>
          <p:cNvPr id="5" name="Text Placeholder 7">
            <a:extLst>
              <a:ext uri="{FF2B5EF4-FFF2-40B4-BE49-F238E27FC236}">
                <a16:creationId xmlns:a16="http://schemas.microsoft.com/office/drawing/2014/main" id="{1A047470-03EC-96C9-72E9-789F57202E43}"/>
              </a:ext>
            </a:extLst>
          </p:cNvPr>
          <p:cNvSpPr>
            <a:spLocks noGrp="1"/>
          </p:cNvSpPr>
          <p:nvPr>
            <p:ph type="body" sz="quarter" idx="48" hasCustomPrompt="1"/>
          </p:nvPr>
        </p:nvSpPr>
        <p:spPr>
          <a:xfrm>
            <a:off x="5216917" y="4048909"/>
            <a:ext cx="6430066" cy="867223"/>
          </a:xfrm>
          <a:prstGeom prst="rect">
            <a:avLst/>
          </a:prstGeom>
        </p:spPr>
        <p:txBody>
          <a:bodyPr>
            <a:noAutofit/>
          </a:bodyPr>
          <a:lstStyle>
            <a:lvl1pPr marL="0" indent="0">
              <a:lnSpc>
                <a:spcPct val="100000"/>
              </a:lnSpc>
              <a:buNone/>
              <a:defRPr sz="1600" b="1"/>
            </a:lvl1pPr>
            <a:lvl2pPr marL="0" indent="0">
              <a:lnSpc>
                <a:spcPct val="100000"/>
              </a:lnSpc>
              <a:buNone/>
              <a:defRPr sz="1600"/>
            </a:lvl2pPr>
            <a:lvl3pPr marL="914400" indent="0">
              <a:lnSpc>
                <a:spcPct val="100000"/>
              </a:lnSpc>
              <a:buNone/>
              <a:defRPr sz="1400"/>
            </a:lvl3pPr>
            <a:lvl4pPr marL="1371600" indent="0">
              <a:lnSpc>
                <a:spcPct val="100000"/>
              </a:lnSpc>
              <a:buNone/>
              <a:defRPr sz="1400"/>
            </a:lvl4pPr>
            <a:lvl5pPr marL="1828800" indent="0">
              <a:lnSpc>
                <a:spcPct val="100000"/>
              </a:lnSpc>
              <a:buNone/>
              <a:defRPr sz="1400"/>
            </a:lvl5pPr>
          </a:lstStyle>
          <a:p>
            <a:pPr lvl="0"/>
            <a:r>
              <a:rPr lang="en-US" dirty="0"/>
              <a:t>Name to come here</a:t>
            </a:r>
          </a:p>
        </p:txBody>
      </p:sp>
    </p:spTree>
    <p:extLst>
      <p:ext uri="{BB962C8B-B14F-4D97-AF65-F5344CB8AC3E}">
        <p14:creationId xmlns:p14="http://schemas.microsoft.com/office/powerpoint/2010/main" val="41913622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hank You_0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748CF3F-C310-A798-3FC5-A1091EC24F32}"/>
              </a:ext>
            </a:extLst>
          </p:cNvPr>
          <p:cNvSpPr/>
          <p:nvPr userDrawn="1"/>
        </p:nvSpPr>
        <p:spPr>
          <a:xfrm>
            <a:off x="0" y="0"/>
            <a:ext cx="12192000" cy="6858000"/>
          </a:xfrm>
          <a:prstGeom prst="rect">
            <a:avLst/>
          </a:prstGeom>
          <a:solidFill>
            <a:srgbClr val="09020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 name="Picture 1">
            <a:extLst>
              <a:ext uri="{FF2B5EF4-FFF2-40B4-BE49-F238E27FC236}">
                <a16:creationId xmlns:a16="http://schemas.microsoft.com/office/drawing/2014/main" id="{E6440974-A0F0-F14F-D260-E09DA671DCDA}"/>
              </a:ext>
            </a:extLst>
          </p:cNvPr>
          <p:cNvPicPr>
            <a:picLocks noChangeAspect="1"/>
          </p:cNvPicPr>
          <p:nvPr userDrawn="1"/>
        </p:nvPicPr>
        <p:blipFill rotWithShape="1">
          <a:blip r:embed="rId2"/>
          <a:srcRect t="2412" r="2103"/>
          <a:stretch/>
        </p:blipFill>
        <p:spPr>
          <a:xfrm flipH="1">
            <a:off x="1133473" y="657276"/>
            <a:ext cx="11058523" cy="6200724"/>
          </a:xfrm>
          <a:prstGeom prst="rect">
            <a:avLst/>
          </a:prstGeom>
        </p:spPr>
      </p:pic>
      <p:pic>
        <p:nvPicPr>
          <p:cNvPr id="4" name="Graphic 3">
            <a:extLst>
              <a:ext uri="{FF2B5EF4-FFF2-40B4-BE49-F238E27FC236}">
                <a16:creationId xmlns:a16="http://schemas.microsoft.com/office/drawing/2014/main" id="{1A0F37DD-1BE1-1AE7-5545-AEDAA9BD327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39273" y="334878"/>
            <a:ext cx="3276600" cy="491490"/>
          </a:xfrm>
          <a:prstGeom prst="rect">
            <a:avLst/>
          </a:prstGeom>
        </p:spPr>
      </p:pic>
      <p:sp>
        <p:nvSpPr>
          <p:cNvPr id="10" name="Rectangle 9">
            <a:extLst>
              <a:ext uri="{FF2B5EF4-FFF2-40B4-BE49-F238E27FC236}">
                <a16:creationId xmlns:a16="http://schemas.microsoft.com/office/drawing/2014/main" id="{F1F3F5F4-3820-5854-232F-CF1E10F6076E}"/>
              </a:ext>
            </a:extLst>
          </p:cNvPr>
          <p:cNvSpPr/>
          <p:nvPr userDrawn="1"/>
        </p:nvSpPr>
        <p:spPr>
          <a:xfrm>
            <a:off x="0" y="5356860"/>
            <a:ext cx="6316980" cy="1501139"/>
          </a:xfrm>
          <a:prstGeom prst="rect">
            <a:avLst/>
          </a:prstGeom>
          <a:gradFill flip="none" rotWithShape="1">
            <a:gsLst>
              <a:gs pos="0">
                <a:schemeClr val="tx1">
                  <a:alpha val="87000"/>
                </a:schemeClr>
              </a:gs>
              <a:gs pos="100000">
                <a:schemeClr val="tx1">
                  <a:alpha val="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itle 9">
            <a:extLst>
              <a:ext uri="{FF2B5EF4-FFF2-40B4-BE49-F238E27FC236}">
                <a16:creationId xmlns:a16="http://schemas.microsoft.com/office/drawing/2014/main" id="{D8F65E62-9E12-E8D7-865F-63444E099A89}"/>
              </a:ext>
            </a:extLst>
          </p:cNvPr>
          <p:cNvSpPr>
            <a:spLocks noGrp="1"/>
          </p:cNvSpPr>
          <p:nvPr>
            <p:ph type="title" hasCustomPrompt="1"/>
          </p:nvPr>
        </p:nvSpPr>
        <p:spPr>
          <a:xfrm>
            <a:off x="8694882" y="2772942"/>
            <a:ext cx="3340981" cy="1325563"/>
          </a:xfrm>
          <a:prstGeom prst="rect">
            <a:avLst/>
          </a:prstGeom>
        </p:spPr>
        <p:txBody>
          <a:bodyPr anchor="ctr">
            <a:normAutofit/>
          </a:bodyPr>
          <a:lstStyle>
            <a:lvl1pPr algn="ctr">
              <a:defRPr sz="5000" b="1">
                <a:solidFill>
                  <a:schemeClr val="bg1"/>
                </a:solidFill>
                <a:effectLst>
                  <a:outerShdw blurRad="38100" dist="38100" dir="2700000" algn="tl">
                    <a:srgbClr val="000000">
                      <a:alpha val="43137"/>
                    </a:srgbClr>
                  </a:outerShdw>
                </a:effectLst>
                <a:latin typeface="+mn-lt"/>
              </a:defRPr>
            </a:lvl1pPr>
          </a:lstStyle>
          <a:p>
            <a:r>
              <a:rPr lang="en-US" dirty="0"/>
              <a:t>Thank You</a:t>
            </a:r>
          </a:p>
        </p:txBody>
      </p:sp>
      <p:grpSp>
        <p:nvGrpSpPr>
          <p:cNvPr id="11" name="Group 10">
            <a:extLst>
              <a:ext uri="{FF2B5EF4-FFF2-40B4-BE49-F238E27FC236}">
                <a16:creationId xmlns:a16="http://schemas.microsoft.com/office/drawing/2014/main" id="{256F3D45-5EAC-4C21-F481-6DE499569FED}"/>
              </a:ext>
            </a:extLst>
          </p:cNvPr>
          <p:cNvGrpSpPr/>
          <p:nvPr userDrawn="1"/>
        </p:nvGrpSpPr>
        <p:grpSpPr>
          <a:xfrm>
            <a:off x="445174" y="2002465"/>
            <a:ext cx="3741293" cy="2851865"/>
            <a:chOff x="435649" y="2002465"/>
            <a:chExt cx="3741293" cy="2851865"/>
          </a:xfrm>
        </p:grpSpPr>
        <p:sp>
          <p:nvSpPr>
            <p:cNvPr id="12" name="TextBox 11">
              <a:extLst>
                <a:ext uri="{FF2B5EF4-FFF2-40B4-BE49-F238E27FC236}">
                  <a16:creationId xmlns:a16="http://schemas.microsoft.com/office/drawing/2014/main" id="{54BBC4C9-BF64-FF98-1BA8-5D5E88D82874}"/>
                </a:ext>
              </a:extLst>
            </p:cNvPr>
            <p:cNvSpPr txBox="1"/>
            <p:nvPr userDrawn="1"/>
          </p:nvSpPr>
          <p:spPr>
            <a:xfrm>
              <a:off x="2111803" y="2805752"/>
              <a:ext cx="2065139" cy="1246495"/>
            </a:xfrm>
            <a:prstGeom prst="rect">
              <a:avLst/>
            </a:prstGeom>
            <a:noFill/>
          </p:spPr>
          <p:txBody>
            <a:bodyPr wrap="square" rtlCol="0" anchor="ctr">
              <a:spAutoFit/>
            </a:bodyPr>
            <a:lstStyle/>
            <a:p>
              <a:r>
                <a:rPr lang="en-IN" sz="2500" dirty="0">
                  <a:solidFill>
                    <a:schemeClr val="bg1"/>
                  </a:solidFill>
                </a:rPr>
                <a:t>Purposeful. </a:t>
              </a:r>
            </a:p>
            <a:p>
              <a:r>
                <a:rPr lang="en-IN" sz="2500" dirty="0">
                  <a:solidFill>
                    <a:schemeClr val="bg1"/>
                  </a:solidFill>
                </a:rPr>
                <a:t>Agile.</a:t>
              </a:r>
            </a:p>
            <a:p>
              <a:r>
                <a:rPr lang="en-IN" sz="2500" dirty="0">
                  <a:solidFill>
                    <a:schemeClr val="bg1"/>
                  </a:solidFill>
                </a:rPr>
                <a:t>Innovation.</a:t>
              </a:r>
            </a:p>
          </p:txBody>
        </p:sp>
        <p:pic>
          <p:nvPicPr>
            <p:cNvPr id="13" name="Graphic 12">
              <a:extLst>
                <a:ext uri="{FF2B5EF4-FFF2-40B4-BE49-F238E27FC236}">
                  <a16:creationId xmlns:a16="http://schemas.microsoft.com/office/drawing/2014/main" id="{F7F503BC-179B-60BB-18AE-1BF86005C2CC}"/>
                </a:ext>
              </a:extLst>
            </p:cNvPr>
            <p:cNvPicPr>
              <a:picLocks noChangeAspect="1"/>
            </p:cNvPicPr>
            <p:nvPr userDrawn="1"/>
          </p:nvPicPr>
          <p:blipFill>
            <a:blip>
              <a:extLst>
                <a:ext uri="{96DAC541-7B7A-43D3-8B79-37D633B846F1}">
                  <asvg:svgBlip xmlns:asvg="http://schemas.microsoft.com/office/drawing/2016/SVG/main" r:embed="rId4"/>
                </a:ext>
              </a:extLst>
            </a:blip>
            <a:srcRect/>
            <a:stretch>
              <a:fillRect/>
            </a:stretch>
          </p:blipFill>
          <p:spPr>
            <a:xfrm>
              <a:off x="435649" y="2002465"/>
              <a:ext cx="3074351" cy="2851865"/>
            </a:xfrm>
            <a:custGeom>
              <a:avLst/>
              <a:gdLst>
                <a:gd name="connsiteX0" fmla="*/ 0 w 3074351"/>
                <a:gd name="connsiteY0" fmla="*/ 0 h 2851865"/>
                <a:gd name="connsiteX1" fmla="*/ 3074351 w 3074351"/>
                <a:gd name="connsiteY1" fmla="*/ 0 h 2851865"/>
                <a:gd name="connsiteX2" fmla="*/ 3074351 w 3074351"/>
                <a:gd name="connsiteY2" fmla="*/ 883610 h 2851865"/>
                <a:gd name="connsiteX3" fmla="*/ 1603216 w 3074351"/>
                <a:gd name="connsiteY3" fmla="*/ 883610 h 2851865"/>
                <a:gd name="connsiteX4" fmla="*/ 1603216 w 3074351"/>
                <a:gd name="connsiteY4" fmla="*/ 2030732 h 2851865"/>
                <a:gd name="connsiteX5" fmla="*/ 3074351 w 3074351"/>
                <a:gd name="connsiteY5" fmla="*/ 2030732 h 2851865"/>
                <a:gd name="connsiteX6" fmla="*/ 3074351 w 3074351"/>
                <a:gd name="connsiteY6" fmla="*/ 2851865 h 2851865"/>
                <a:gd name="connsiteX7" fmla="*/ 0 w 3074351"/>
                <a:gd name="connsiteY7" fmla="*/ 2851865 h 2851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74351" h="2851865">
                  <a:moveTo>
                    <a:pt x="0" y="0"/>
                  </a:moveTo>
                  <a:lnTo>
                    <a:pt x="3074351" y="0"/>
                  </a:lnTo>
                  <a:lnTo>
                    <a:pt x="3074351" y="883610"/>
                  </a:lnTo>
                  <a:lnTo>
                    <a:pt x="1603216" y="883610"/>
                  </a:lnTo>
                  <a:lnTo>
                    <a:pt x="1603216" y="2030732"/>
                  </a:lnTo>
                  <a:lnTo>
                    <a:pt x="3074351" y="2030732"/>
                  </a:lnTo>
                  <a:lnTo>
                    <a:pt x="3074351" y="2851865"/>
                  </a:lnTo>
                  <a:lnTo>
                    <a:pt x="0" y="2851865"/>
                  </a:lnTo>
                  <a:close/>
                </a:path>
              </a:pathLst>
            </a:custGeom>
          </p:spPr>
        </p:pic>
      </p:grpSp>
      <p:pic>
        <p:nvPicPr>
          <p:cNvPr id="7" name="Graphic 6">
            <a:extLst>
              <a:ext uri="{FF2B5EF4-FFF2-40B4-BE49-F238E27FC236}">
                <a16:creationId xmlns:a16="http://schemas.microsoft.com/office/drawing/2014/main" id="{AA79BA81-1C3F-8CAB-7C8C-8EF04F666733}"/>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8985124" y="503024"/>
            <a:ext cx="2776539" cy="154252"/>
          </a:xfrm>
          <a:prstGeom prst="rect">
            <a:avLst/>
          </a:prstGeom>
        </p:spPr>
      </p:pic>
      <p:pic>
        <p:nvPicPr>
          <p:cNvPr id="6" name="Picture 5" descr="A black background with white text and yellow light bulb&#10;&#10;AI-generated content may be incorrect.">
            <a:extLst>
              <a:ext uri="{FF2B5EF4-FFF2-40B4-BE49-F238E27FC236}">
                <a16:creationId xmlns:a16="http://schemas.microsoft.com/office/drawing/2014/main" id="{56FED5E7-28F6-C45A-E68F-B163B9DC2085}"/>
              </a:ext>
            </a:extLst>
          </p:cNvPr>
          <p:cNvPicPr>
            <a:picLocks noChangeAspect="1"/>
          </p:cNvPicPr>
          <p:nvPr userDrawn="1"/>
        </p:nvPicPr>
        <p:blipFill>
          <a:blip r:embed="rId6" cstate="print">
            <a:extLst>
              <a:ext uri="{28A0092B-C50C-407E-A947-70E740481C1C}">
                <a14:useLocalDpi xmlns:a14="http://schemas.microsoft.com/office/drawing/2010/main" val="0"/>
              </a:ext>
            </a:extLst>
          </a:blip>
          <a:srcRect l="3653" r="2375"/>
          <a:stretch/>
        </p:blipFill>
        <p:spPr>
          <a:xfrm>
            <a:off x="439273" y="5968064"/>
            <a:ext cx="1741620" cy="746278"/>
          </a:xfrm>
          <a:prstGeom prst="rect">
            <a:avLst/>
          </a:prstGeom>
        </p:spPr>
      </p:pic>
    </p:spTree>
    <p:extLst>
      <p:ext uri="{BB962C8B-B14F-4D97-AF65-F5344CB8AC3E}">
        <p14:creationId xmlns:p14="http://schemas.microsoft.com/office/powerpoint/2010/main" val="3285545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23000">
              <a:schemeClr val="accent1">
                <a:lumMod val="0"/>
                <a:lumOff val="100000"/>
              </a:schemeClr>
            </a:gs>
            <a:gs pos="94000">
              <a:schemeClr val="accent1">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1833BA-8A81-3887-28F9-5475D6EB81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7A9D88B-10A0-7400-39A5-A9C8C720D0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C59DB5-94B9-63B2-44EC-29DF79273C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0B22A25-8408-4B8D-A5AD-AF80CE804250}" type="datetimeFigureOut">
              <a:rPr lang="en-US" smtClean="0"/>
              <a:t>9/29/2026</a:t>
            </a:fld>
            <a:endParaRPr lang="en-US"/>
          </a:p>
        </p:txBody>
      </p:sp>
      <p:sp>
        <p:nvSpPr>
          <p:cNvPr id="5" name="Footer Placeholder 4">
            <a:extLst>
              <a:ext uri="{FF2B5EF4-FFF2-40B4-BE49-F238E27FC236}">
                <a16:creationId xmlns:a16="http://schemas.microsoft.com/office/drawing/2014/main" id="{EAAFCF47-7EDF-52F6-A01D-69F25C1E1C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D9C8414-4408-8873-F0C7-6DE0754DD2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8AD56AB-075C-42DA-8EAB-2A4FF705D18F}" type="slidenum">
              <a:rPr lang="en-US" smtClean="0"/>
              <a:t>‹#›</a:t>
            </a:fld>
            <a:endParaRPr lang="en-US"/>
          </a:p>
        </p:txBody>
      </p:sp>
    </p:spTree>
    <p:extLst>
      <p:ext uri="{BB962C8B-B14F-4D97-AF65-F5344CB8AC3E}">
        <p14:creationId xmlns:p14="http://schemas.microsoft.com/office/powerpoint/2010/main" val="36353368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4" r:id="rId14"/>
    <p:sldLayoutId id="2147483667"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9.xml"/><Relationship Id="rId5" Type="http://schemas.openxmlformats.org/officeDocument/2006/relationships/image" Target="../media/image7.png"/><Relationship Id="rId4" Type="http://schemas.openxmlformats.org/officeDocument/2006/relationships/hyperlink" Target="https://www.dataprix.com/en/recurso/it-trends/9-useful-ai-copywriting-tools"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image" Target="../media/image12.jpg"/><Relationship Id="rId5" Type="http://schemas.openxmlformats.org/officeDocument/2006/relationships/image" Target="../media/image11.jpg"/><Relationship Id="rId4" Type="http://schemas.openxmlformats.org/officeDocument/2006/relationships/image" Target="../media/image10.jpg"/></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laceholder 1">
            <a:extLst>
              <a:ext uri="{FF2B5EF4-FFF2-40B4-BE49-F238E27FC236}">
                <a16:creationId xmlns:a16="http://schemas.microsoft.com/office/drawing/2014/main" id="{F9F59622-4AB4-45CD-6311-DE109EFF7F7A}"/>
              </a:ext>
            </a:extLst>
          </p:cNvPr>
          <p:cNvSpPr txBox="1">
            <a:spLocks/>
          </p:cNvSpPr>
          <p:nvPr/>
        </p:nvSpPr>
        <p:spPr>
          <a:xfrm>
            <a:off x="3150308" y="1028474"/>
            <a:ext cx="6434725" cy="101653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14354">
              <a:buNone/>
              <a:defRPr/>
            </a:pPr>
            <a:r>
              <a:rPr lang="en-US" sz="3400" b="1" dirty="0">
                <a:solidFill>
                  <a:srgbClr val="EEC208"/>
                </a:solidFill>
                <a:latin typeface="Calibri"/>
              </a:rPr>
              <a:t>10</a:t>
            </a:r>
            <a:r>
              <a:rPr lang="en-US" sz="3400" b="1" baseline="30000" dirty="0">
                <a:solidFill>
                  <a:srgbClr val="EEC208"/>
                </a:solidFill>
                <a:latin typeface="Calibri"/>
              </a:rPr>
              <a:t>th</a:t>
            </a:r>
            <a:r>
              <a:rPr lang="en-US" sz="3400" b="1" dirty="0">
                <a:solidFill>
                  <a:srgbClr val="EEC208"/>
                </a:solidFill>
                <a:latin typeface="Calibri"/>
              </a:rPr>
              <a:t> Edition TECHgium</a:t>
            </a:r>
            <a:r>
              <a:rPr lang="en-US" sz="3400" baseline="30000" dirty="0">
                <a:solidFill>
                  <a:srgbClr val="EEC208"/>
                </a:solidFill>
                <a:effectLst/>
                <a:latin typeface="Calibri" panose="020F0502020204030204" pitchFamily="34" charset="0"/>
                <a:ea typeface="Aptos" panose="020B0004020202020204" pitchFamily="34" charset="0"/>
              </a:rPr>
              <a:t>®</a:t>
            </a:r>
            <a:endParaRPr lang="en-US" sz="3400" b="1" dirty="0">
              <a:solidFill>
                <a:srgbClr val="EEC208"/>
              </a:solidFill>
              <a:latin typeface="Calibri"/>
            </a:endParaRPr>
          </a:p>
        </p:txBody>
      </p:sp>
      <p:sp>
        <p:nvSpPr>
          <p:cNvPr id="7" name="Text Placeholder 1">
            <a:extLst>
              <a:ext uri="{FF2B5EF4-FFF2-40B4-BE49-F238E27FC236}">
                <a16:creationId xmlns:a16="http://schemas.microsoft.com/office/drawing/2014/main" id="{0BD592B8-B975-5EF7-D697-B70B88CC8767}"/>
              </a:ext>
            </a:extLst>
          </p:cNvPr>
          <p:cNvSpPr txBox="1">
            <a:spLocks/>
          </p:cNvSpPr>
          <p:nvPr/>
        </p:nvSpPr>
        <p:spPr>
          <a:xfrm>
            <a:off x="3092853" y="1675503"/>
            <a:ext cx="6434725" cy="59139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14354">
              <a:buNone/>
              <a:defRPr/>
            </a:pPr>
            <a:r>
              <a:rPr lang="en-US" sz="3200" b="1" dirty="0">
                <a:solidFill>
                  <a:schemeClr val="bg1"/>
                </a:solidFill>
                <a:latin typeface="Calibri"/>
              </a:rPr>
              <a:t> </a:t>
            </a:r>
          </a:p>
        </p:txBody>
      </p:sp>
      <p:sp>
        <p:nvSpPr>
          <p:cNvPr id="8" name="Rectangle 7">
            <a:extLst>
              <a:ext uri="{FF2B5EF4-FFF2-40B4-BE49-F238E27FC236}">
                <a16:creationId xmlns:a16="http://schemas.microsoft.com/office/drawing/2014/main" id="{8EDEC026-D205-683E-D4DC-C4254CB8B8C5}"/>
              </a:ext>
            </a:extLst>
          </p:cNvPr>
          <p:cNvSpPr/>
          <p:nvPr/>
        </p:nvSpPr>
        <p:spPr>
          <a:xfrm>
            <a:off x="3540080" y="4000512"/>
            <a:ext cx="1113837" cy="1098785"/>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solidFill>
                  <a:schemeClr val="tx2">
                    <a:lumMod val="75000"/>
                    <a:lumOff val="25000"/>
                  </a:schemeClr>
                </a:solidFill>
              </a:rPr>
              <a:t>Author 1 </a:t>
            </a:r>
          </a:p>
          <a:p>
            <a:pPr algn="ctr"/>
            <a:r>
              <a:rPr lang="en-IN" sz="2400" dirty="0">
                <a:solidFill>
                  <a:schemeClr val="tx2">
                    <a:lumMod val="75000"/>
                    <a:lumOff val="25000"/>
                  </a:schemeClr>
                </a:solidFill>
              </a:rPr>
              <a:t>Photo</a:t>
            </a:r>
          </a:p>
        </p:txBody>
      </p:sp>
      <p:sp>
        <p:nvSpPr>
          <p:cNvPr id="10" name="Rectangle 9">
            <a:extLst>
              <a:ext uri="{FF2B5EF4-FFF2-40B4-BE49-F238E27FC236}">
                <a16:creationId xmlns:a16="http://schemas.microsoft.com/office/drawing/2014/main" id="{6CCCEEB3-F52B-A8AF-16BD-BC8064DE6CC5}"/>
              </a:ext>
            </a:extLst>
          </p:cNvPr>
          <p:cNvSpPr/>
          <p:nvPr/>
        </p:nvSpPr>
        <p:spPr>
          <a:xfrm>
            <a:off x="4870522" y="3981591"/>
            <a:ext cx="1113837" cy="1098785"/>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solidFill>
                  <a:schemeClr val="tx2">
                    <a:lumMod val="75000"/>
                    <a:lumOff val="25000"/>
                  </a:schemeClr>
                </a:solidFill>
              </a:rPr>
              <a:t>Author 2 </a:t>
            </a:r>
          </a:p>
          <a:p>
            <a:pPr algn="ctr"/>
            <a:r>
              <a:rPr lang="en-IN" sz="2400" dirty="0">
                <a:solidFill>
                  <a:schemeClr val="tx2">
                    <a:lumMod val="75000"/>
                    <a:lumOff val="25000"/>
                  </a:schemeClr>
                </a:solidFill>
              </a:rPr>
              <a:t>Photo</a:t>
            </a:r>
          </a:p>
        </p:txBody>
      </p:sp>
      <p:sp>
        <p:nvSpPr>
          <p:cNvPr id="11" name="Rectangle 10">
            <a:extLst>
              <a:ext uri="{FF2B5EF4-FFF2-40B4-BE49-F238E27FC236}">
                <a16:creationId xmlns:a16="http://schemas.microsoft.com/office/drawing/2014/main" id="{85FE6148-4469-6D3E-4B39-6FA4609AD859}"/>
              </a:ext>
            </a:extLst>
          </p:cNvPr>
          <p:cNvSpPr/>
          <p:nvPr/>
        </p:nvSpPr>
        <p:spPr>
          <a:xfrm>
            <a:off x="6178785" y="3985461"/>
            <a:ext cx="1113837" cy="1113836"/>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solidFill>
                  <a:schemeClr val="tx2">
                    <a:lumMod val="75000"/>
                    <a:lumOff val="25000"/>
                  </a:schemeClr>
                </a:solidFill>
              </a:rPr>
              <a:t>Author 3 </a:t>
            </a:r>
          </a:p>
          <a:p>
            <a:pPr algn="ctr"/>
            <a:r>
              <a:rPr lang="en-IN" sz="2400" dirty="0">
                <a:solidFill>
                  <a:schemeClr val="tx2">
                    <a:lumMod val="75000"/>
                    <a:lumOff val="25000"/>
                  </a:schemeClr>
                </a:solidFill>
              </a:rPr>
              <a:t>Photo</a:t>
            </a:r>
          </a:p>
        </p:txBody>
      </p:sp>
      <p:sp>
        <p:nvSpPr>
          <p:cNvPr id="12" name="Rectangle 11">
            <a:extLst>
              <a:ext uri="{FF2B5EF4-FFF2-40B4-BE49-F238E27FC236}">
                <a16:creationId xmlns:a16="http://schemas.microsoft.com/office/drawing/2014/main" id="{9038503C-3DE1-467C-01CE-1A52D85C4B52}"/>
              </a:ext>
            </a:extLst>
          </p:cNvPr>
          <p:cNvSpPr/>
          <p:nvPr/>
        </p:nvSpPr>
        <p:spPr>
          <a:xfrm>
            <a:off x="7487048" y="3985460"/>
            <a:ext cx="1113837" cy="1113838"/>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solidFill>
                  <a:schemeClr val="tx2">
                    <a:lumMod val="75000"/>
                    <a:lumOff val="25000"/>
                  </a:schemeClr>
                </a:solidFill>
              </a:rPr>
              <a:t>Author 4 </a:t>
            </a:r>
          </a:p>
          <a:p>
            <a:pPr algn="ctr"/>
            <a:r>
              <a:rPr lang="en-IN" sz="2400" dirty="0">
                <a:solidFill>
                  <a:schemeClr val="tx2">
                    <a:lumMod val="75000"/>
                    <a:lumOff val="25000"/>
                  </a:schemeClr>
                </a:solidFill>
              </a:rPr>
              <a:t>Photo</a:t>
            </a:r>
          </a:p>
        </p:txBody>
      </p:sp>
      <p:sp>
        <p:nvSpPr>
          <p:cNvPr id="13" name="TextBox 12">
            <a:extLst>
              <a:ext uri="{FF2B5EF4-FFF2-40B4-BE49-F238E27FC236}">
                <a16:creationId xmlns:a16="http://schemas.microsoft.com/office/drawing/2014/main" id="{BC5F3BFF-962D-0A13-9BCA-16D0F09AE77F}"/>
              </a:ext>
            </a:extLst>
          </p:cNvPr>
          <p:cNvSpPr txBox="1"/>
          <p:nvPr/>
        </p:nvSpPr>
        <p:spPr>
          <a:xfrm>
            <a:off x="3540080" y="5279970"/>
            <a:ext cx="1216008" cy="677108"/>
          </a:xfrm>
          <a:prstGeom prst="rect">
            <a:avLst/>
          </a:prstGeom>
          <a:noFill/>
        </p:spPr>
        <p:txBody>
          <a:bodyPr wrap="square" rtlCol="0">
            <a:spAutoFit/>
          </a:bodyPr>
          <a:lstStyle/>
          <a:p>
            <a:pPr algn="ctr"/>
            <a:r>
              <a:rPr lang="en-US" sz="1900" dirty="0">
                <a:solidFill>
                  <a:srgbClr val="FFCC00"/>
                </a:solidFill>
              </a:rPr>
              <a:t>Pratigsha S A</a:t>
            </a:r>
          </a:p>
        </p:txBody>
      </p:sp>
      <p:sp>
        <p:nvSpPr>
          <p:cNvPr id="15" name="TextBox 14">
            <a:extLst>
              <a:ext uri="{FF2B5EF4-FFF2-40B4-BE49-F238E27FC236}">
                <a16:creationId xmlns:a16="http://schemas.microsoft.com/office/drawing/2014/main" id="{F8444718-3350-8A09-956C-402AE34C6C55}"/>
              </a:ext>
            </a:extLst>
          </p:cNvPr>
          <p:cNvSpPr txBox="1"/>
          <p:nvPr/>
        </p:nvSpPr>
        <p:spPr>
          <a:xfrm>
            <a:off x="4756088" y="5279970"/>
            <a:ext cx="1361609" cy="677108"/>
          </a:xfrm>
          <a:prstGeom prst="rect">
            <a:avLst/>
          </a:prstGeom>
          <a:noFill/>
        </p:spPr>
        <p:txBody>
          <a:bodyPr wrap="square" rtlCol="0">
            <a:spAutoFit/>
          </a:bodyPr>
          <a:lstStyle/>
          <a:p>
            <a:pPr algn="ctr"/>
            <a:r>
              <a:rPr lang="en-US" sz="1900" dirty="0">
                <a:solidFill>
                  <a:srgbClr val="FFCC00"/>
                </a:solidFill>
              </a:rPr>
              <a:t>Ram Sudharsan </a:t>
            </a:r>
          </a:p>
        </p:txBody>
      </p:sp>
      <p:sp>
        <p:nvSpPr>
          <p:cNvPr id="16" name="TextBox 15">
            <a:extLst>
              <a:ext uri="{FF2B5EF4-FFF2-40B4-BE49-F238E27FC236}">
                <a16:creationId xmlns:a16="http://schemas.microsoft.com/office/drawing/2014/main" id="{CD466F03-0030-07A5-9EE8-103B3588F928}"/>
              </a:ext>
            </a:extLst>
          </p:cNvPr>
          <p:cNvSpPr txBox="1"/>
          <p:nvPr/>
        </p:nvSpPr>
        <p:spPr>
          <a:xfrm>
            <a:off x="6219868" y="5279970"/>
            <a:ext cx="1113837" cy="677108"/>
          </a:xfrm>
          <a:prstGeom prst="rect">
            <a:avLst/>
          </a:prstGeom>
          <a:noFill/>
        </p:spPr>
        <p:txBody>
          <a:bodyPr wrap="square" rtlCol="0">
            <a:spAutoFit/>
          </a:bodyPr>
          <a:lstStyle/>
          <a:p>
            <a:pPr algn="ctr"/>
            <a:r>
              <a:rPr lang="en-US" sz="1900" dirty="0" err="1">
                <a:solidFill>
                  <a:srgbClr val="FFCC00"/>
                </a:solidFill>
              </a:rPr>
              <a:t>mageshwaran</a:t>
            </a:r>
            <a:endParaRPr lang="en-US" sz="1900" dirty="0">
              <a:solidFill>
                <a:srgbClr val="FFCC00"/>
              </a:solidFill>
            </a:endParaRPr>
          </a:p>
        </p:txBody>
      </p:sp>
      <p:sp>
        <p:nvSpPr>
          <p:cNvPr id="17" name="TextBox 16">
            <a:extLst>
              <a:ext uri="{FF2B5EF4-FFF2-40B4-BE49-F238E27FC236}">
                <a16:creationId xmlns:a16="http://schemas.microsoft.com/office/drawing/2014/main" id="{10CD0BD5-E0A7-523D-4F0E-107977133CF8}"/>
              </a:ext>
            </a:extLst>
          </p:cNvPr>
          <p:cNvSpPr txBox="1"/>
          <p:nvPr/>
        </p:nvSpPr>
        <p:spPr>
          <a:xfrm>
            <a:off x="7569251" y="5290582"/>
            <a:ext cx="1113837" cy="677108"/>
          </a:xfrm>
          <a:prstGeom prst="rect">
            <a:avLst/>
          </a:prstGeom>
          <a:noFill/>
        </p:spPr>
        <p:txBody>
          <a:bodyPr wrap="square" rtlCol="0">
            <a:spAutoFit/>
          </a:bodyPr>
          <a:lstStyle/>
          <a:p>
            <a:pPr algn="ctr"/>
            <a:r>
              <a:rPr lang="en-US" sz="1900" dirty="0">
                <a:solidFill>
                  <a:srgbClr val="FFCC00"/>
                </a:solidFill>
              </a:rPr>
              <a:t>Praveen Babu B</a:t>
            </a:r>
          </a:p>
        </p:txBody>
      </p:sp>
      <p:sp>
        <p:nvSpPr>
          <p:cNvPr id="18" name="TextBox 17">
            <a:extLst>
              <a:ext uri="{FF2B5EF4-FFF2-40B4-BE49-F238E27FC236}">
                <a16:creationId xmlns:a16="http://schemas.microsoft.com/office/drawing/2014/main" id="{CA8663B6-BD0C-AF61-851F-468CE64E802F}"/>
              </a:ext>
            </a:extLst>
          </p:cNvPr>
          <p:cNvSpPr txBox="1"/>
          <p:nvPr/>
        </p:nvSpPr>
        <p:spPr>
          <a:xfrm>
            <a:off x="2526890" y="6137751"/>
            <a:ext cx="8170607" cy="400110"/>
          </a:xfrm>
          <a:prstGeom prst="rect">
            <a:avLst/>
          </a:prstGeom>
          <a:noFill/>
        </p:spPr>
        <p:txBody>
          <a:bodyPr wrap="square" rtlCol="0">
            <a:spAutoFit/>
          </a:bodyPr>
          <a:lstStyle/>
          <a:p>
            <a:pPr algn="ctr"/>
            <a:r>
              <a:rPr lang="en-US" sz="2000" dirty="0">
                <a:solidFill>
                  <a:srgbClr val="FFCC00"/>
                </a:solidFill>
              </a:rPr>
              <a:t>HINDUSTHAN INSTITUTE OF TECHNOLOGY, COIMBATORE, TAMIL NADU</a:t>
            </a:r>
          </a:p>
        </p:txBody>
      </p:sp>
      <p:sp>
        <p:nvSpPr>
          <p:cNvPr id="19" name="TextBox 18">
            <a:extLst>
              <a:ext uri="{FF2B5EF4-FFF2-40B4-BE49-F238E27FC236}">
                <a16:creationId xmlns:a16="http://schemas.microsoft.com/office/drawing/2014/main" id="{C1E0BDF6-6781-6F26-4DB9-F8283E6ABAB9}"/>
              </a:ext>
            </a:extLst>
          </p:cNvPr>
          <p:cNvSpPr txBox="1"/>
          <p:nvPr/>
        </p:nvSpPr>
        <p:spPr>
          <a:xfrm>
            <a:off x="4096998" y="2283074"/>
            <a:ext cx="7121608" cy="830997"/>
          </a:xfrm>
          <a:prstGeom prst="rect">
            <a:avLst/>
          </a:prstGeom>
          <a:noFill/>
        </p:spPr>
        <p:txBody>
          <a:bodyPr wrap="square" rtlCol="0">
            <a:spAutoFit/>
          </a:bodyPr>
          <a:lstStyle/>
          <a:p>
            <a:pPr algn="ctr"/>
            <a:r>
              <a:rPr lang="en-US" sz="2400" b="1" dirty="0">
                <a:solidFill>
                  <a:srgbClr val="FFCC00"/>
                </a:solidFill>
              </a:rPr>
              <a:t>Efficient &amp; User-Controllable Context Memory for AI</a:t>
            </a:r>
          </a:p>
        </p:txBody>
      </p:sp>
      <p:sp>
        <p:nvSpPr>
          <p:cNvPr id="20" name="TextBox 19">
            <a:extLst>
              <a:ext uri="{FF2B5EF4-FFF2-40B4-BE49-F238E27FC236}">
                <a16:creationId xmlns:a16="http://schemas.microsoft.com/office/drawing/2014/main" id="{14A18B2D-AF73-3975-8650-9B00EE2CFC81}"/>
              </a:ext>
            </a:extLst>
          </p:cNvPr>
          <p:cNvSpPr txBox="1"/>
          <p:nvPr/>
        </p:nvSpPr>
        <p:spPr>
          <a:xfrm>
            <a:off x="-491997" y="1324547"/>
            <a:ext cx="4310064" cy="369332"/>
          </a:xfrm>
          <a:prstGeom prst="rect">
            <a:avLst/>
          </a:prstGeom>
          <a:noFill/>
        </p:spPr>
        <p:txBody>
          <a:bodyPr wrap="square" rtlCol="0">
            <a:spAutoFit/>
          </a:bodyPr>
          <a:lstStyle/>
          <a:p>
            <a:pPr algn="ctr"/>
            <a:r>
              <a:rPr lang="en-US" b="1" dirty="0">
                <a:solidFill>
                  <a:srgbClr val="FFCC00"/>
                </a:solidFill>
              </a:rPr>
              <a:t>PID No. </a:t>
            </a:r>
          </a:p>
        </p:txBody>
      </p:sp>
    </p:spTree>
    <p:extLst>
      <p:ext uri="{BB962C8B-B14F-4D97-AF65-F5344CB8AC3E}">
        <p14:creationId xmlns:p14="http://schemas.microsoft.com/office/powerpoint/2010/main" val="362521405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23000">
              <a:schemeClr val="accent1">
                <a:lumMod val="0"/>
                <a:lumOff val="100000"/>
              </a:schemeClr>
            </a:gs>
            <a:gs pos="94000">
              <a:schemeClr val="accent1">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FACC1-B807-E199-91AC-AD058066C7E6}"/>
              </a:ext>
            </a:extLst>
          </p:cNvPr>
          <p:cNvSpPr>
            <a:spLocks noGrp="1"/>
          </p:cNvSpPr>
          <p:nvPr>
            <p:ph type="title"/>
          </p:nvPr>
        </p:nvSpPr>
        <p:spPr>
          <a:noFill/>
        </p:spPr>
        <p:txBody>
          <a:bodyPr/>
          <a:lstStyle/>
          <a:p>
            <a:r>
              <a:rPr lang="en-US" dirty="0"/>
              <a:t>Challenge Statement</a:t>
            </a:r>
          </a:p>
        </p:txBody>
      </p:sp>
      <p:pic>
        <p:nvPicPr>
          <p:cNvPr id="4" name="Picture 3">
            <a:extLst>
              <a:ext uri="{FF2B5EF4-FFF2-40B4-BE49-F238E27FC236}">
                <a16:creationId xmlns:a16="http://schemas.microsoft.com/office/drawing/2014/main" id="{22241F3A-4CF6-34E8-7F7F-C199B1AC2E8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37301" y="243840"/>
            <a:ext cx="1790699" cy="488373"/>
          </a:xfrm>
          <a:prstGeom prst="rect">
            <a:avLst/>
          </a:prstGeom>
        </p:spPr>
      </p:pic>
      <p:grpSp>
        <p:nvGrpSpPr>
          <p:cNvPr id="66" name="Group 65">
            <a:extLst>
              <a:ext uri="{FF2B5EF4-FFF2-40B4-BE49-F238E27FC236}">
                <a16:creationId xmlns:a16="http://schemas.microsoft.com/office/drawing/2014/main" id="{DEE0B31A-FC29-E325-43FB-46709DF93A19}"/>
              </a:ext>
            </a:extLst>
          </p:cNvPr>
          <p:cNvGrpSpPr/>
          <p:nvPr/>
        </p:nvGrpSpPr>
        <p:grpSpPr>
          <a:xfrm>
            <a:off x="239302" y="1886673"/>
            <a:ext cx="11394997" cy="4520697"/>
            <a:chOff x="239302" y="1231825"/>
            <a:chExt cx="11394997" cy="4679307"/>
          </a:xfrm>
        </p:grpSpPr>
        <p:grpSp>
          <p:nvGrpSpPr>
            <p:cNvPr id="36" name="Group 35">
              <a:extLst>
                <a:ext uri="{FF2B5EF4-FFF2-40B4-BE49-F238E27FC236}">
                  <a16:creationId xmlns:a16="http://schemas.microsoft.com/office/drawing/2014/main" id="{0787CD70-1119-4B67-4A4C-2E23852E6C24}"/>
                </a:ext>
              </a:extLst>
            </p:cNvPr>
            <p:cNvGrpSpPr/>
            <p:nvPr/>
          </p:nvGrpSpPr>
          <p:grpSpPr>
            <a:xfrm>
              <a:off x="239302" y="1231825"/>
              <a:ext cx="11394997" cy="4679307"/>
              <a:chOff x="243088" y="1408805"/>
              <a:chExt cx="11394997" cy="4679307"/>
            </a:xfrm>
            <a:solidFill>
              <a:schemeClr val="tx2"/>
            </a:solidFill>
          </p:grpSpPr>
          <p:sp>
            <p:nvSpPr>
              <p:cNvPr id="25" name="Rounded Rectangle 4">
                <a:extLst>
                  <a:ext uri="{FF2B5EF4-FFF2-40B4-BE49-F238E27FC236}">
                    <a16:creationId xmlns:a16="http://schemas.microsoft.com/office/drawing/2014/main" id="{6DFE4FDE-3BEE-7DD2-B723-CA48E4A893B6}"/>
                  </a:ext>
                </a:extLst>
              </p:cNvPr>
              <p:cNvSpPr/>
              <p:nvPr/>
            </p:nvSpPr>
            <p:spPr>
              <a:xfrm>
                <a:off x="8236517" y="4305032"/>
                <a:ext cx="3401568" cy="1783080"/>
              </a:xfrm>
              <a:prstGeom prst="roundRect">
                <a:avLst/>
              </a:prstGeom>
              <a:grpFill/>
              <a:ln w="38100">
                <a:solidFill>
                  <a:schemeClr val="tx2">
                    <a:lumMod val="75000"/>
                    <a:lumOff val="25000"/>
                  </a:schemeClr>
                </a:solidFill>
                <a:prstDash val="solid"/>
                <a:miter lim="800000"/>
                <a:extLst>
                  <a:ext uri="{C807C97D-BFC1-408E-A445-0C87EB9F89A2}">
                    <ask:lineSketchStyleProps xmlns:ask="http://schemas.microsoft.com/office/drawing/2018/sketchyshapes" sd="1219033472">
                      <a:custGeom>
                        <a:avLst/>
                        <a:gdLst>
                          <a:gd name="csX0" fmla="*/ 0 w 3401568"/>
                          <a:gd name="csY0" fmla="*/ 297186 h 1783080"/>
                          <a:gd name="csX1" fmla="*/ 297186 w 3401568"/>
                          <a:gd name="csY1" fmla="*/ 0 h 1783080"/>
                          <a:gd name="csX2" fmla="*/ 886697 w 3401568"/>
                          <a:gd name="csY2" fmla="*/ 0 h 1783080"/>
                          <a:gd name="csX3" fmla="*/ 1391992 w 3401568"/>
                          <a:gd name="csY3" fmla="*/ 0 h 1783080"/>
                          <a:gd name="csX4" fmla="*/ 1953432 w 3401568"/>
                          <a:gd name="csY4" fmla="*/ 0 h 1783080"/>
                          <a:gd name="csX5" fmla="*/ 2430655 w 3401568"/>
                          <a:gd name="csY5" fmla="*/ 0 h 1783080"/>
                          <a:gd name="csX6" fmla="*/ 3104382 w 3401568"/>
                          <a:gd name="csY6" fmla="*/ 0 h 1783080"/>
                          <a:gd name="csX7" fmla="*/ 3401568 w 3401568"/>
                          <a:gd name="csY7" fmla="*/ 297186 h 1783080"/>
                          <a:gd name="csX8" fmla="*/ 3401568 w 3401568"/>
                          <a:gd name="csY8" fmla="*/ 903427 h 1783080"/>
                          <a:gd name="csX9" fmla="*/ 3401568 w 3401568"/>
                          <a:gd name="csY9" fmla="*/ 1485894 h 1783080"/>
                          <a:gd name="csX10" fmla="*/ 3104382 w 3401568"/>
                          <a:gd name="csY10" fmla="*/ 1783080 h 1783080"/>
                          <a:gd name="csX11" fmla="*/ 2542943 w 3401568"/>
                          <a:gd name="csY11" fmla="*/ 1783080 h 1783080"/>
                          <a:gd name="csX12" fmla="*/ 2037648 w 3401568"/>
                          <a:gd name="csY12" fmla="*/ 1783080 h 1783080"/>
                          <a:gd name="csX13" fmla="*/ 1560424 w 3401568"/>
                          <a:gd name="csY13" fmla="*/ 1783080 h 1783080"/>
                          <a:gd name="csX14" fmla="*/ 1055129 w 3401568"/>
                          <a:gd name="csY14" fmla="*/ 1783080 h 1783080"/>
                          <a:gd name="csX15" fmla="*/ 297186 w 3401568"/>
                          <a:gd name="csY15" fmla="*/ 1783080 h 1783080"/>
                          <a:gd name="csX16" fmla="*/ 0 w 3401568"/>
                          <a:gd name="csY16" fmla="*/ 1485894 h 1783080"/>
                          <a:gd name="csX17" fmla="*/ 0 w 3401568"/>
                          <a:gd name="csY17" fmla="*/ 915314 h 1783080"/>
                          <a:gd name="csX18" fmla="*/ 0 w 3401568"/>
                          <a:gd name="csY18" fmla="*/ 297186 h 17830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401568" h="1783080" fill="none" extrusionOk="0">
                            <a:moveTo>
                              <a:pt x="0" y="297186"/>
                            </a:moveTo>
                            <a:cubicBezTo>
                              <a:pt x="-28323" y="134221"/>
                              <a:pt x="140327" y="-13108"/>
                              <a:pt x="297186" y="0"/>
                            </a:cubicBezTo>
                            <a:cubicBezTo>
                              <a:pt x="541662" y="97"/>
                              <a:pt x="600886" y="4656"/>
                              <a:pt x="886697" y="0"/>
                            </a:cubicBezTo>
                            <a:cubicBezTo>
                              <a:pt x="1172508" y="-4656"/>
                              <a:pt x="1267547" y="-22229"/>
                              <a:pt x="1391992" y="0"/>
                            </a:cubicBezTo>
                            <a:cubicBezTo>
                              <a:pt x="1516437" y="22229"/>
                              <a:pt x="1764744" y="13026"/>
                              <a:pt x="1953432" y="0"/>
                            </a:cubicBezTo>
                            <a:cubicBezTo>
                              <a:pt x="2142120" y="-13026"/>
                              <a:pt x="2221208" y="8096"/>
                              <a:pt x="2430655" y="0"/>
                            </a:cubicBezTo>
                            <a:cubicBezTo>
                              <a:pt x="2640102" y="-8096"/>
                              <a:pt x="2808777" y="8900"/>
                              <a:pt x="3104382" y="0"/>
                            </a:cubicBezTo>
                            <a:cubicBezTo>
                              <a:pt x="3257230" y="22651"/>
                              <a:pt x="3383220" y="108710"/>
                              <a:pt x="3401568" y="297186"/>
                            </a:cubicBezTo>
                            <a:cubicBezTo>
                              <a:pt x="3384278" y="498657"/>
                              <a:pt x="3414462" y="706767"/>
                              <a:pt x="3401568" y="903427"/>
                            </a:cubicBezTo>
                            <a:cubicBezTo>
                              <a:pt x="3388674" y="1100087"/>
                              <a:pt x="3418028" y="1339570"/>
                              <a:pt x="3401568" y="1485894"/>
                            </a:cubicBezTo>
                            <a:cubicBezTo>
                              <a:pt x="3391381" y="1681783"/>
                              <a:pt x="3265826" y="1774618"/>
                              <a:pt x="3104382" y="1783080"/>
                            </a:cubicBezTo>
                            <a:cubicBezTo>
                              <a:pt x="2935211" y="1787456"/>
                              <a:pt x="2744576" y="1795988"/>
                              <a:pt x="2542943" y="1783080"/>
                            </a:cubicBezTo>
                            <a:cubicBezTo>
                              <a:pt x="2341310" y="1770172"/>
                              <a:pt x="2222928" y="1761997"/>
                              <a:pt x="2037648" y="1783080"/>
                            </a:cubicBezTo>
                            <a:cubicBezTo>
                              <a:pt x="1852368" y="1804163"/>
                              <a:pt x="1745443" y="1786633"/>
                              <a:pt x="1560424" y="1783080"/>
                            </a:cubicBezTo>
                            <a:cubicBezTo>
                              <a:pt x="1375405" y="1779527"/>
                              <a:pt x="1265309" y="1792321"/>
                              <a:pt x="1055129" y="1783080"/>
                            </a:cubicBezTo>
                            <a:cubicBezTo>
                              <a:pt x="844950" y="1773839"/>
                              <a:pt x="484280" y="1787341"/>
                              <a:pt x="297186" y="1783080"/>
                            </a:cubicBezTo>
                            <a:cubicBezTo>
                              <a:pt x="165651" y="1774453"/>
                              <a:pt x="-887" y="1656166"/>
                              <a:pt x="0" y="1485894"/>
                            </a:cubicBezTo>
                            <a:cubicBezTo>
                              <a:pt x="18588" y="1367947"/>
                              <a:pt x="-5379" y="1136569"/>
                              <a:pt x="0" y="915314"/>
                            </a:cubicBezTo>
                            <a:cubicBezTo>
                              <a:pt x="5379" y="694059"/>
                              <a:pt x="-2138" y="599653"/>
                              <a:pt x="0" y="297186"/>
                            </a:cubicBezTo>
                            <a:close/>
                          </a:path>
                          <a:path w="3401568" h="1783080" stroke="0" extrusionOk="0">
                            <a:moveTo>
                              <a:pt x="0" y="297186"/>
                            </a:moveTo>
                            <a:cubicBezTo>
                              <a:pt x="-10491" y="126584"/>
                              <a:pt x="103749" y="10999"/>
                              <a:pt x="297186" y="0"/>
                            </a:cubicBezTo>
                            <a:cubicBezTo>
                              <a:pt x="493366" y="23491"/>
                              <a:pt x="618535" y="21412"/>
                              <a:pt x="914769" y="0"/>
                            </a:cubicBezTo>
                            <a:cubicBezTo>
                              <a:pt x="1211003" y="-21412"/>
                              <a:pt x="1186365" y="11305"/>
                              <a:pt x="1448136" y="0"/>
                            </a:cubicBezTo>
                            <a:cubicBezTo>
                              <a:pt x="1709907" y="-11305"/>
                              <a:pt x="1779311" y="-18575"/>
                              <a:pt x="1953432" y="0"/>
                            </a:cubicBezTo>
                            <a:cubicBezTo>
                              <a:pt x="2127553" y="18575"/>
                              <a:pt x="2303495" y="-17371"/>
                              <a:pt x="2542943" y="0"/>
                            </a:cubicBezTo>
                            <a:cubicBezTo>
                              <a:pt x="2782391" y="17371"/>
                              <a:pt x="2850095" y="732"/>
                              <a:pt x="3104382" y="0"/>
                            </a:cubicBezTo>
                            <a:cubicBezTo>
                              <a:pt x="3281774" y="-21581"/>
                              <a:pt x="3381549" y="150647"/>
                              <a:pt x="3401568" y="297186"/>
                            </a:cubicBezTo>
                            <a:cubicBezTo>
                              <a:pt x="3428884" y="489113"/>
                              <a:pt x="3398504" y="668234"/>
                              <a:pt x="3401568" y="891540"/>
                            </a:cubicBezTo>
                            <a:cubicBezTo>
                              <a:pt x="3404632" y="1114846"/>
                              <a:pt x="3419516" y="1319741"/>
                              <a:pt x="3401568" y="1485894"/>
                            </a:cubicBezTo>
                            <a:cubicBezTo>
                              <a:pt x="3361684" y="1647744"/>
                              <a:pt x="3275169" y="1764827"/>
                              <a:pt x="3104382" y="1783080"/>
                            </a:cubicBezTo>
                            <a:cubicBezTo>
                              <a:pt x="2819419" y="1783513"/>
                              <a:pt x="2795952" y="1779326"/>
                              <a:pt x="2514871" y="1783080"/>
                            </a:cubicBezTo>
                            <a:cubicBezTo>
                              <a:pt x="2233790" y="1786834"/>
                              <a:pt x="2102071" y="1795696"/>
                              <a:pt x="1897288" y="1783080"/>
                            </a:cubicBezTo>
                            <a:cubicBezTo>
                              <a:pt x="1692505" y="1770464"/>
                              <a:pt x="1575618" y="1755000"/>
                              <a:pt x="1279705" y="1783080"/>
                            </a:cubicBezTo>
                            <a:cubicBezTo>
                              <a:pt x="983792" y="1811160"/>
                              <a:pt x="502583" y="1795616"/>
                              <a:pt x="297186" y="1783080"/>
                            </a:cubicBezTo>
                            <a:cubicBezTo>
                              <a:pt x="110257" y="1761600"/>
                              <a:pt x="-6358" y="1640521"/>
                              <a:pt x="0" y="1485894"/>
                            </a:cubicBezTo>
                            <a:cubicBezTo>
                              <a:pt x="-21100" y="1344602"/>
                              <a:pt x="27089" y="1038686"/>
                              <a:pt x="0" y="879653"/>
                            </a:cubicBezTo>
                            <a:cubicBezTo>
                              <a:pt x="-27089" y="720620"/>
                              <a:pt x="-19975" y="420557"/>
                              <a:pt x="0" y="297186"/>
                            </a:cubicBezTo>
                            <a:close/>
                          </a:path>
                        </a:pathLst>
                      </a:custGeom>
                      <ask:type>
                        <ask:lineSketchNone/>
                      </ask:type>
                    </ask:lineSketchStyleProps>
                  </a:ext>
                </a:extLst>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dirty="0"/>
              </a:p>
            </p:txBody>
          </p:sp>
          <p:sp>
            <p:nvSpPr>
              <p:cNvPr id="27" name="Rounded Rectangle 4">
                <a:extLst>
                  <a:ext uri="{FF2B5EF4-FFF2-40B4-BE49-F238E27FC236}">
                    <a16:creationId xmlns:a16="http://schemas.microsoft.com/office/drawing/2014/main" id="{3618809F-AF1F-27AB-50A2-3F1E8F97CE45}"/>
                  </a:ext>
                </a:extLst>
              </p:cNvPr>
              <p:cNvSpPr/>
              <p:nvPr/>
            </p:nvSpPr>
            <p:spPr>
              <a:xfrm>
                <a:off x="4239901" y="4305032"/>
                <a:ext cx="3401568" cy="1783080"/>
              </a:xfrm>
              <a:prstGeom prst="roundRect">
                <a:avLst/>
              </a:prstGeom>
              <a:grpFill/>
              <a:ln w="38100">
                <a:solidFill>
                  <a:schemeClr val="accent3">
                    <a:lumMod val="60000"/>
                    <a:lumOff val="40000"/>
                  </a:schemeClr>
                </a:solidFill>
                <a:prstDash val="solid"/>
                <a:miter lim="800000"/>
                <a:extLst>
                  <a:ext uri="{C807C97D-BFC1-408E-A445-0C87EB9F89A2}">
                    <ask:lineSketchStyleProps xmlns:ask="http://schemas.microsoft.com/office/drawing/2018/sketchyshapes" sd="1219033472">
                      <a:custGeom>
                        <a:avLst/>
                        <a:gdLst>
                          <a:gd name="csX0" fmla="*/ 0 w 3401568"/>
                          <a:gd name="csY0" fmla="*/ 297186 h 1783080"/>
                          <a:gd name="csX1" fmla="*/ 297186 w 3401568"/>
                          <a:gd name="csY1" fmla="*/ 0 h 1783080"/>
                          <a:gd name="csX2" fmla="*/ 886697 w 3401568"/>
                          <a:gd name="csY2" fmla="*/ 0 h 1783080"/>
                          <a:gd name="csX3" fmla="*/ 1391992 w 3401568"/>
                          <a:gd name="csY3" fmla="*/ 0 h 1783080"/>
                          <a:gd name="csX4" fmla="*/ 1953432 w 3401568"/>
                          <a:gd name="csY4" fmla="*/ 0 h 1783080"/>
                          <a:gd name="csX5" fmla="*/ 2430655 w 3401568"/>
                          <a:gd name="csY5" fmla="*/ 0 h 1783080"/>
                          <a:gd name="csX6" fmla="*/ 3104382 w 3401568"/>
                          <a:gd name="csY6" fmla="*/ 0 h 1783080"/>
                          <a:gd name="csX7" fmla="*/ 3401568 w 3401568"/>
                          <a:gd name="csY7" fmla="*/ 297186 h 1783080"/>
                          <a:gd name="csX8" fmla="*/ 3401568 w 3401568"/>
                          <a:gd name="csY8" fmla="*/ 903427 h 1783080"/>
                          <a:gd name="csX9" fmla="*/ 3401568 w 3401568"/>
                          <a:gd name="csY9" fmla="*/ 1485894 h 1783080"/>
                          <a:gd name="csX10" fmla="*/ 3104382 w 3401568"/>
                          <a:gd name="csY10" fmla="*/ 1783080 h 1783080"/>
                          <a:gd name="csX11" fmla="*/ 2542943 w 3401568"/>
                          <a:gd name="csY11" fmla="*/ 1783080 h 1783080"/>
                          <a:gd name="csX12" fmla="*/ 2037648 w 3401568"/>
                          <a:gd name="csY12" fmla="*/ 1783080 h 1783080"/>
                          <a:gd name="csX13" fmla="*/ 1560424 w 3401568"/>
                          <a:gd name="csY13" fmla="*/ 1783080 h 1783080"/>
                          <a:gd name="csX14" fmla="*/ 1055129 w 3401568"/>
                          <a:gd name="csY14" fmla="*/ 1783080 h 1783080"/>
                          <a:gd name="csX15" fmla="*/ 297186 w 3401568"/>
                          <a:gd name="csY15" fmla="*/ 1783080 h 1783080"/>
                          <a:gd name="csX16" fmla="*/ 0 w 3401568"/>
                          <a:gd name="csY16" fmla="*/ 1485894 h 1783080"/>
                          <a:gd name="csX17" fmla="*/ 0 w 3401568"/>
                          <a:gd name="csY17" fmla="*/ 915314 h 1783080"/>
                          <a:gd name="csX18" fmla="*/ 0 w 3401568"/>
                          <a:gd name="csY18" fmla="*/ 297186 h 17830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401568" h="1783080" fill="none" extrusionOk="0">
                            <a:moveTo>
                              <a:pt x="0" y="297186"/>
                            </a:moveTo>
                            <a:cubicBezTo>
                              <a:pt x="-28323" y="134221"/>
                              <a:pt x="140327" y="-13108"/>
                              <a:pt x="297186" y="0"/>
                            </a:cubicBezTo>
                            <a:cubicBezTo>
                              <a:pt x="541662" y="97"/>
                              <a:pt x="600886" y="4656"/>
                              <a:pt x="886697" y="0"/>
                            </a:cubicBezTo>
                            <a:cubicBezTo>
                              <a:pt x="1172508" y="-4656"/>
                              <a:pt x="1267547" y="-22229"/>
                              <a:pt x="1391992" y="0"/>
                            </a:cubicBezTo>
                            <a:cubicBezTo>
                              <a:pt x="1516437" y="22229"/>
                              <a:pt x="1764744" y="13026"/>
                              <a:pt x="1953432" y="0"/>
                            </a:cubicBezTo>
                            <a:cubicBezTo>
                              <a:pt x="2142120" y="-13026"/>
                              <a:pt x="2221208" y="8096"/>
                              <a:pt x="2430655" y="0"/>
                            </a:cubicBezTo>
                            <a:cubicBezTo>
                              <a:pt x="2640102" y="-8096"/>
                              <a:pt x="2808777" y="8900"/>
                              <a:pt x="3104382" y="0"/>
                            </a:cubicBezTo>
                            <a:cubicBezTo>
                              <a:pt x="3257230" y="22651"/>
                              <a:pt x="3383220" y="108710"/>
                              <a:pt x="3401568" y="297186"/>
                            </a:cubicBezTo>
                            <a:cubicBezTo>
                              <a:pt x="3384278" y="498657"/>
                              <a:pt x="3414462" y="706767"/>
                              <a:pt x="3401568" y="903427"/>
                            </a:cubicBezTo>
                            <a:cubicBezTo>
                              <a:pt x="3388674" y="1100087"/>
                              <a:pt x="3418028" y="1339570"/>
                              <a:pt x="3401568" y="1485894"/>
                            </a:cubicBezTo>
                            <a:cubicBezTo>
                              <a:pt x="3391381" y="1681783"/>
                              <a:pt x="3265826" y="1774618"/>
                              <a:pt x="3104382" y="1783080"/>
                            </a:cubicBezTo>
                            <a:cubicBezTo>
                              <a:pt x="2935211" y="1787456"/>
                              <a:pt x="2744576" y="1795988"/>
                              <a:pt x="2542943" y="1783080"/>
                            </a:cubicBezTo>
                            <a:cubicBezTo>
                              <a:pt x="2341310" y="1770172"/>
                              <a:pt x="2222928" y="1761997"/>
                              <a:pt x="2037648" y="1783080"/>
                            </a:cubicBezTo>
                            <a:cubicBezTo>
                              <a:pt x="1852368" y="1804163"/>
                              <a:pt x="1745443" y="1786633"/>
                              <a:pt x="1560424" y="1783080"/>
                            </a:cubicBezTo>
                            <a:cubicBezTo>
                              <a:pt x="1375405" y="1779527"/>
                              <a:pt x="1265309" y="1792321"/>
                              <a:pt x="1055129" y="1783080"/>
                            </a:cubicBezTo>
                            <a:cubicBezTo>
                              <a:pt x="844950" y="1773839"/>
                              <a:pt x="484280" y="1787341"/>
                              <a:pt x="297186" y="1783080"/>
                            </a:cubicBezTo>
                            <a:cubicBezTo>
                              <a:pt x="165651" y="1774453"/>
                              <a:pt x="-887" y="1656166"/>
                              <a:pt x="0" y="1485894"/>
                            </a:cubicBezTo>
                            <a:cubicBezTo>
                              <a:pt x="18588" y="1367947"/>
                              <a:pt x="-5379" y="1136569"/>
                              <a:pt x="0" y="915314"/>
                            </a:cubicBezTo>
                            <a:cubicBezTo>
                              <a:pt x="5379" y="694059"/>
                              <a:pt x="-2138" y="599653"/>
                              <a:pt x="0" y="297186"/>
                            </a:cubicBezTo>
                            <a:close/>
                          </a:path>
                          <a:path w="3401568" h="1783080" stroke="0" extrusionOk="0">
                            <a:moveTo>
                              <a:pt x="0" y="297186"/>
                            </a:moveTo>
                            <a:cubicBezTo>
                              <a:pt x="-10491" y="126584"/>
                              <a:pt x="103749" y="10999"/>
                              <a:pt x="297186" y="0"/>
                            </a:cubicBezTo>
                            <a:cubicBezTo>
                              <a:pt x="493366" y="23491"/>
                              <a:pt x="618535" y="21412"/>
                              <a:pt x="914769" y="0"/>
                            </a:cubicBezTo>
                            <a:cubicBezTo>
                              <a:pt x="1211003" y="-21412"/>
                              <a:pt x="1186365" y="11305"/>
                              <a:pt x="1448136" y="0"/>
                            </a:cubicBezTo>
                            <a:cubicBezTo>
                              <a:pt x="1709907" y="-11305"/>
                              <a:pt x="1779311" y="-18575"/>
                              <a:pt x="1953432" y="0"/>
                            </a:cubicBezTo>
                            <a:cubicBezTo>
                              <a:pt x="2127553" y="18575"/>
                              <a:pt x="2303495" y="-17371"/>
                              <a:pt x="2542943" y="0"/>
                            </a:cubicBezTo>
                            <a:cubicBezTo>
                              <a:pt x="2782391" y="17371"/>
                              <a:pt x="2850095" y="732"/>
                              <a:pt x="3104382" y="0"/>
                            </a:cubicBezTo>
                            <a:cubicBezTo>
                              <a:pt x="3281774" y="-21581"/>
                              <a:pt x="3381549" y="150647"/>
                              <a:pt x="3401568" y="297186"/>
                            </a:cubicBezTo>
                            <a:cubicBezTo>
                              <a:pt x="3428884" y="489113"/>
                              <a:pt x="3398504" y="668234"/>
                              <a:pt x="3401568" y="891540"/>
                            </a:cubicBezTo>
                            <a:cubicBezTo>
                              <a:pt x="3404632" y="1114846"/>
                              <a:pt x="3419516" y="1319741"/>
                              <a:pt x="3401568" y="1485894"/>
                            </a:cubicBezTo>
                            <a:cubicBezTo>
                              <a:pt x="3361684" y="1647744"/>
                              <a:pt x="3275169" y="1764827"/>
                              <a:pt x="3104382" y="1783080"/>
                            </a:cubicBezTo>
                            <a:cubicBezTo>
                              <a:pt x="2819419" y="1783513"/>
                              <a:pt x="2795952" y="1779326"/>
                              <a:pt x="2514871" y="1783080"/>
                            </a:cubicBezTo>
                            <a:cubicBezTo>
                              <a:pt x="2233790" y="1786834"/>
                              <a:pt x="2102071" y="1795696"/>
                              <a:pt x="1897288" y="1783080"/>
                            </a:cubicBezTo>
                            <a:cubicBezTo>
                              <a:pt x="1692505" y="1770464"/>
                              <a:pt x="1575618" y="1755000"/>
                              <a:pt x="1279705" y="1783080"/>
                            </a:cubicBezTo>
                            <a:cubicBezTo>
                              <a:pt x="983792" y="1811160"/>
                              <a:pt x="502583" y="1795616"/>
                              <a:pt x="297186" y="1783080"/>
                            </a:cubicBezTo>
                            <a:cubicBezTo>
                              <a:pt x="110257" y="1761600"/>
                              <a:pt x="-6358" y="1640521"/>
                              <a:pt x="0" y="1485894"/>
                            </a:cubicBezTo>
                            <a:cubicBezTo>
                              <a:pt x="-21100" y="1344602"/>
                              <a:pt x="27089" y="1038686"/>
                              <a:pt x="0" y="879653"/>
                            </a:cubicBezTo>
                            <a:cubicBezTo>
                              <a:pt x="-27089" y="720620"/>
                              <a:pt x="-19975" y="420557"/>
                              <a:pt x="0" y="297186"/>
                            </a:cubicBezTo>
                            <a:close/>
                          </a:path>
                        </a:pathLst>
                      </a:custGeom>
                      <ask:type>
                        <ask:lineSketchNone/>
                      </ask:type>
                    </ask:lineSketchStyleProps>
                  </a:ext>
                </a:extLst>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9" name="Rounded Rectangle 4">
                <a:extLst>
                  <a:ext uri="{FF2B5EF4-FFF2-40B4-BE49-F238E27FC236}">
                    <a16:creationId xmlns:a16="http://schemas.microsoft.com/office/drawing/2014/main" id="{1CC43488-3904-5749-1A97-7BE400DF087D}"/>
                  </a:ext>
                </a:extLst>
              </p:cNvPr>
              <p:cNvSpPr/>
              <p:nvPr/>
            </p:nvSpPr>
            <p:spPr>
              <a:xfrm>
                <a:off x="243088" y="4305032"/>
                <a:ext cx="3401568" cy="1783080"/>
              </a:xfrm>
              <a:prstGeom prst="roundRect">
                <a:avLst/>
              </a:prstGeom>
              <a:grpFill/>
              <a:ln w="38100">
                <a:solidFill>
                  <a:srgbClr val="7030A0"/>
                </a:solidFill>
                <a:prstDash val="solid"/>
                <a:miter lim="800000"/>
                <a:extLst>
                  <a:ext uri="{C807C97D-BFC1-408E-A445-0C87EB9F89A2}">
                    <ask:lineSketchStyleProps xmlns:ask="http://schemas.microsoft.com/office/drawing/2018/sketchyshapes" sd="1219033472">
                      <a:custGeom>
                        <a:avLst/>
                        <a:gdLst>
                          <a:gd name="csX0" fmla="*/ 0 w 3401568"/>
                          <a:gd name="csY0" fmla="*/ 297186 h 1783080"/>
                          <a:gd name="csX1" fmla="*/ 297186 w 3401568"/>
                          <a:gd name="csY1" fmla="*/ 0 h 1783080"/>
                          <a:gd name="csX2" fmla="*/ 886697 w 3401568"/>
                          <a:gd name="csY2" fmla="*/ 0 h 1783080"/>
                          <a:gd name="csX3" fmla="*/ 1391992 w 3401568"/>
                          <a:gd name="csY3" fmla="*/ 0 h 1783080"/>
                          <a:gd name="csX4" fmla="*/ 1953432 w 3401568"/>
                          <a:gd name="csY4" fmla="*/ 0 h 1783080"/>
                          <a:gd name="csX5" fmla="*/ 2430655 w 3401568"/>
                          <a:gd name="csY5" fmla="*/ 0 h 1783080"/>
                          <a:gd name="csX6" fmla="*/ 3104382 w 3401568"/>
                          <a:gd name="csY6" fmla="*/ 0 h 1783080"/>
                          <a:gd name="csX7" fmla="*/ 3401568 w 3401568"/>
                          <a:gd name="csY7" fmla="*/ 297186 h 1783080"/>
                          <a:gd name="csX8" fmla="*/ 3401568 w 3401568"/>
                          <a:gd name="csY8" fmla="*/ 903427 h 1783080"/>
                          <a:gd name="csX9" fmla="*/ 3401568 w 3401568"/>
                          <a:gd name="csY9" fmla="*/ 1485894 h 1783080"/>
                          <a:gd name="csX10" fmla="*/ 3104382 w 3401568"/>
                          <a:gd name="csY10" fmla="*/ 1783080 h 1783080"/>
                          <a:gd name="csX11" fmla="*/ 2542943 w 3401568"/>
                          <a:gd name="csY11" fmla="*/ 1783080 h 1783080"/>
                          <a:gd name="csX12" fmla="*/ 2037648 w 3401568"/>
                          <a:gd name="csY12" fmla="*/ 1783080 h 1783080"/>
                          <a:gd name="csX13" fmla="*/ 1560424 w 3401568"/>
                          <a:gd name="csY13" fmla="*/ 1783080 h 1783080"/>
                          <a:gd name="csX14" fmla="*/ 1055129 w 3401568"/>
                          <a:gd name="csY14" fmla="*/ 1783080 h 1783080"/>
                          <a:gd name="csX15" fmla="*/ 297186 w 3401568"/>
                          <a:gd name="csY15" fmla="*/ 1783080 h 1783080"/>
                          <a:gd name="csX16" fmla="*/ 0 w 3401568"/>
                          <a:gd name="csY16" fmla="*/ 1485894 h 1783080"/>
                          <a:gd name="csX17" fmla="*/ 0 w 3401568"/>
                          <a:gd name="csY17" fmla="*/ 915314 h 1783080"/>
                          <a:gd name="csX18" fmla="*/ 0 w 3401568"/>
                          <a:gd name="csY18" fmla="*/ 297186 h 17830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401568" h="1783080" fill="none" extrusionOk="0">
                            <a:moveTo>
                              <a:pt x="0" y="297186"/>
                            </a:moveTo>
                            <a:cubicBezTo>
                              <a:pt x="-28323" y="134221"/>
                              <a:pt x="140327" y="-13108"/>
                              <a:pt x="297186" y="0"/>
                            </a:cubicBezTo>
                            <a:cubicBezTo>
                              <a:pt x="541662" y="97"/>
                              <a:pt x="600886" y="4656"/>
                              <a:pt x="886697" y="0"/>
                            </a:cubicBezTo>
                            <a:cubicBezTo>
                              <a:pt x="1172508" y="-4656"/>
                              <a:pt x="1267547" y="-22229"/>
                              <a:pt x="1391992" y="0"/>
                            </a:cubicBezTo>
                            <a:cubicBezTo>
                              <a:pt x="1516437" y="22229"/>
                              <a:pt x="1764744" y="13026"/>
                              <a:pt x="1953432" y="0"/>
                            </a:cubicBezTo>
                            <a:cubicBezTo>
                              <a:pt x="2142120" y="-13026"/>
                              <a:pt x="2221208" y="8096"/>
                              <a:pt x="2430655" y="0"/>
                            </a:cubicBezTo>
                            <a:cubicBezTo>
                              <a:pt x="2640102" y="-8096"/>
                              <a:pt x="2808777" y="8900"/>
                              <a:pt x="3104382" y="0"/>
                            </a:cubicBezTo>
                            <a:cubicBezTo>
                              <a:pt x="3257230" y="22651"/>
                              <a:pt x="3383220" y="108710"/>
                              <a:pt x="3401568" y="297186"/>
                            </a:cubicBezTo>
                            <a:cubicBezTo>
                              <a:pt x="3384278" y="498657"/>
                              <a:pt x="3414462" y="706767"/>
                              <a:pt x="3401568" y="903427"/>
                            </a:cubicBezTo>
                            <a:cubicBezTo>
                              <a:pt x="3388674" y="1100087"/>
                              <a:pt x="3418028" y="1339570"/>
                              <a:pt x="3401568" y="1485894"/>
                            </a:cubicBezTo>
                            <a:cubicBezTo>
                              <a:pt x="3391381" y="1681783"/>
                              <a:pt x="3265826" y="1774618"/>
                              <a:pt x="3104382" y="1783080"/>
                            </a:cubicBezTo>
                            <a:cubicBezTo>
                              <a:pt x="2935211" y="1787456"/>
                              <a:pt x="2744576" y="1795988"/>
                              <a:pt x="2542943" y="1783080"/>
                            </a:cubicBezTo>
                            <a:cubicBezTo>
                              <a:pt x="2341310" y="1770172"/>
                              <a:pt x="2222928" y="1761997"/>
                              <a:pt x="2037648" y="1783080"/>
                            </a:cubicBezTo>
                            <a:cubicBezTo>
                              <a:pt x="1852368" y="1804163"/>
                              <a:pt x="1745443" y="1786633"/>
                              <a:pt x="1560424" y="1783080"/>
                            </a:cubicBezTo>
                            <a:cubicBezTo>
                              <a:pt x="1375405" y="1779527"/>
                              <a:pt x="1265309" y="1792321"/>
                              <a:pt x="1055129" y="1783080"/>
                            </a:cubicBezTo>
                            <a:cubicBezTo>
                              <a:pt x="844950" y="1773839"/>
                              <a:pt x="484280" y="1787341"/>
                              <a:pt x="297186" y="1783080"/>
                            </a:cubicBezTo>
                            <a:cubicBezTo>
                              <a:pt x="165651" y="1774453"/>
                              <a:pt x="-887" y="1656166"/>
                              <a:pt x="0" y="1485894"/>
                            </a:cubicBezTo>
                            <a:cubicBezTo>
                              <a:pt x="18588" y="1367947"/>
                              <a:pt x="-5379" y="1136569"/>
                              <a:pt x="0" y="915314"/>
                            </a:cubicBezTo>
                            <a:cubicBezTo>
                              <a:pt x="5379" y="694059"/>
                              <a:pt x="-2138" y="599653"/>
                              <a:pt x="0" y="297186"/>
                            </a:cubicBezTo>
                            <a:close/>
                          </a:path>
                          <a:path w="3401568" h="1783080" stroke="0" extrusionOk="0">
                            <a:moveTo>
                              <a:pt x="0" y="297186"/>
                            </a:moveTo>
                            <a:cubicBezTo>
                              <a:pt x="-10491" y="126584"/>
                              <a:pt x="103749" y="10999"/>
                              <a:pt x="297186" y="0"/>
                            </a:cubicBezTo>
                            <a:cubicBezTo>
                              <a:pt x="493366" y="23491"/>
                              <a:pt x="618535" y="21412"/>
                              <a:pt x="914769" y="0"/>
                            </a:cubicBezTo>
                            <a:cubicBezTo>
                              <a:pt x="1211003" y="-21412"/>
                              <a:pt x="1186365" y="11305"/>
                              <a:pt x="1448136" y="0"/>
                            </a:cubicBezTo>
                            <a:cubicBezTo>
                              <a:pt x="1709907" y="-11305"/>
                              <a:pt x="1779311" y="-18575"/>
                              <a:pt x="1953432" y="0"/>
                            </a:cubicBezTo>
                            <a:cubicBezTo>
                              <a:pt x="2127553" y="18575"/>
                              <a:pt x="2303495" y="-17371"/>
                              <a:pt x="2542943" y="0"/>
                            </a:cubicBezTo>
                            <a:cubicBezTo>
                              <a:pt x="2782391" y="17371"/>
                              <a:pt x="2850095" y="732"/>
                              <a:pt x="3104382" y="0"/>
                            </a:cubicBezTo>
                            <a:cubicBezTo>
                              <a:pt x="3281774" y="-21581"/>
                              <a:pt x="3381549" y="150647"/>
                              <a:pt x="3401568" y="297186"/>
                            </a:cubicBezTo>
                            <a:cubicBezTo>
                              <a:pt x="3428884" y="489113"/>
                              <a:pt x="3398504" y="668234"/>
                              <a:pt x="3401568" y="891540"/>
                            </a:cubicBezTo>
                            <a:cubicBezTo>
                              <a:pt x="3404632" y="1114846"/>
                              <a:pt x="3419516" y="1319741"/>
                              <a:pt x="3401568" y="1485894"/>
                            </a:cubicBezTo>
                            <a:cubicBezTo>
                              <a:pt x="3361684" y="1647744"/>
                              <a:pt x="3275169" y="1764827"/>
                              <a:pt x="3104382" y="1783080"/>
                            </a:cubicBezTo>
                            <a:cubicBezTo>
                              <a:pt x="2819419" y="1783513"/>
                              <a:pt x="2795952" y="1779326"/>
                              <a:pt x="2514871" y="1783080"/>
                            </a:cubicBezTo>
                            <a:cubicBezTo>
                              <a:pt x="2233790" y="1786834"/>
                              <a:pt x="2102071" y="1795696"/>
                              <a:pt x="1897288" y="1783080"/>
                            </a:cubicBezTo>
                            <a:cubicBezTo>
                              <a:pt x="1692505" y="1770464"/>
                              <a:pt x="1575618" y="1755000"/>
                              <a:pt x="1279705" y="1783080"/>
                            </a:cubicBezTo>
                            <a:cubicBezTo>
                              <a:pt x="983792" y="1811160"/>
                              <a:pt x="502583" y="1795616"/>
                              <a:pt x="297186" y="1783080"/>
                            </a:cubicBezTo>
                            <a:cubicBezTo>
                              <a:pt x="110257" y="1761600"/>
                              <a:pt x="-6358" y="1640521"/>
                              <a:pt x="0" y="1485894"/>
                            </a:cubicBezTo>
                            <a:cubicBezTo>
                              <a:pt x="-21100" y="1344602"/>
                              <a:pt x="27089" y="1038686"/>
                              <a:pt x="0" y="879653"/>
                            </a:cubicBezTo>
                            <a:cubicBezTo>
                              <a:pt x="-27089" y="720620"/>
                              <a:pt x="-19975" y="420557"/>
                              <a:pt x="0" y="297186"/>
                            </a:cubicBezTo>
                            <a:close/>
                          </a:path>
                        </a:pathLst>
                      </a:custGeom>
                      <ask:type>
                        <ask:lineSketchNone/>
                      </ask:type>
                    </ask:lineSketchStyleProps>
                  </a:ext>
                </a:extLst>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31" name="Rounded Rectangle 4">
                <a:extLst>
                  <a:ext uri="{FF2B5EF4-FFF2-40B4-BE49-F238E27FC236}">
                    <a16:creationId xmlns:a16="http://schemas.microsoft.com/office/drawing/2014/main" id="{D20CE549-F16E-C381-633C-64261005F9ED}"/>
                  </a:ext>
                </a:extLst>
              </p:cNvPr>
              <p:cNvSpPr/>
              <p:nvPr/>
            </p:nvSpPr>
            <p:spPr>
              <a:xfrm>
                <a:off x="8236517" y="1408805"/>
                <a:ext cx="3401568" cy="1783080"/>
              </a:xfrm>
              <a:prstGeom prst="roundRect">
                <a:avLst/>
              </a:prstGeom>
              <a:grpFill/>
              <a:ln w="38100">
                <a:solidFill>
                  <a:schemeClr val="accent2">
                    <a:lumMod val="75000"/>
                  </a:schemeClr>
                </a:solidFill>
                <a:prstDash val="solid"/>
                <a:miter lim="800000"/>
                <a:extLst>
                  <a:ext uri="{C807C97D-BFC1-408E-A445-0C87EB9F89A2}">
                    <ask:lineSketchStyleProps xmlns:ask="http://schemas.microsoft.com/office/drawing/2018/sketchyshapes" sd="1219033472">
                      <a:custGeom>
                        <a:avLst/>
                        <a:gdLst>
                          <a:gd name="csX0" fmla="*/ 0 w 3401568"/>
                          <a:gd name="csY0" fmla="*/ 297186 h 1783080"/>
                          <a:gd name="csX1" fmla="*/ 297186 w 3401568"/>
                          <a:gd name="csY1" fmla="*/ 0 h 1783080"/>
                          <a:gd name="csX2" fmla="*/ 886697 w 3401568"/>
                          <a:gd name="csY2" fmla="*/ 0 h 1783080"/>
                          <a:gd name="csX3" fmla="*/ 1391992 w 3401568"/>
                          <a:gd name="csY3" fmla="*/ 0 h 1783080"/>
                          <a:gd name="csX4" fmla="*/ 1953432 w 3401568"/>
                          <a:gd name="csY4" fmla="*/ 0 h 1783080"/>
                          <a:gd name="csX5" fmla="*/ 2430655 w 3401568"/>
                          <a:gd name="csY5" fmla="*/ 0 h 1783080"/>
                          <a:gd name="csX6" fmla="*/ 3104382 w 3401568"/>
                          <a:gd name="csY6" fmla="*/ 0 h 1783080"/>
                          <a:gd name="csX7" fmla="*/ 3401568 w 3401568"/>
                          <a:gd name="csY7" fmla="*/ 297186 h 1783080"/>
                          <a:gd name="csX8" fmla="*/ 3401568 w 3401568"/>
                          <a:gd name="csY8" fmla="*/ 903427 h 1783080"/>
                          <a:gd name="csX9" fmla="*/ 3401568 w 3401568"/>
                          <a:gd name="csY9" fmla="*/ 1485894 h 1783080"/>
                          <a:gd name="csX10" fmla="*/ 3104382 w 3401568"/>
                          <a:gd name="csY10" fmla="*/ 1783080 h 1783080"/>
                          <a:gd name="csX11" fmla="*/ 2542943 w 3401568"/>
                          <a:gd name="csY11" fmla="*/ 1783080 h 1783080"/>
                          <a:gd name="csX12" fmla="*/ 2037648 w 3401568"/>
                          <a:gd name="csY12" fmla="*/ 1783080 h 1783080"/>
                          <a:gd name="csX13" fmla="*/ 1560424 w 3401568"/>
                          <a:gd name="csY13" fmla="*/ 1783080 h 1783080"/>
                          <a:gd name="csX14" fmla="*/ 1055129 w 3401568"/>
                          <a:gd name="csY14" fmla="*/ 1783080 h 1783080"/>
                          <a:gd name="csX15" fmla="*/ 297186 w 3401568"/>
                          <a:gd name="csY15" fmla="*/ 1783080 h 1783080"/>
                          <a:gd name="csX16" fmla="*/ 0 w 3401568"/>
                          <a:gd name="csY16" fmla="*/ 1485894 h 1783080"/>
                          <a:gd name="csX17" fmla="*/ 0 w 3401568"/>
                          <a:gd name="csY17" fmla="*/ 915314 h 1783080"/>
                          <a:gd name="csX18" fmla="*/ 0 w 3401568"/>
                          <a:gd name="csY18" fmla="*/ 297186 h 17830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401568" h="1783080" fill="none" extrusionOk="0">
                            <a:moveTo>
                              <a:pt x="0" y="297186"/>
                            </a:moveTo>
                            <a:cubicBezTo>
                              <a:pt x="-28323" y="134221"/>
                              <a:pt x="140327" y="-13108"/>
                              <a:pt x="297186" y="0"/>
                            </a:cubicBezTo>
                            <a:cubicBezTo>
                              <a:pt x="541662" y="97"/>
                              <a:pt x="600886" y="4656"/>
                              <a:pt x="886697" y="0"/>
                            </a:cubicBezTo>
                            <a:cubicBezTo>
                              <a:pt x="1172508" y="-4656"/>
                              <a:pt x="1267547" y="-22229"/>
                              <a:pt x="1391992" y="0"/>
                            </a:cubicBezTo>
                            <a:cubicBezTo>
                              <a:pt x="1516437" y="22229"/>
                              <a:pt x="1764744" y="13026"/>
                              <a:pt x="1953432" y="0"/>
                            </a:cubicBezTo>
                            <a:cubicBezTo>
                              <a:pt x="2142120" y="-13026"/>
                              <a:pt x="2221208" y="8096"/>
                              <a:pt x="2430655" y="0"/>
                            </a:cubicBezTo>
                            <a:cubicBezTo>
                              <a:pt x="2640102" y="-8096"/>
                              <a:pt x="2808777" y="8900"/>
                              <a:pt x="3104382" y="0"/>
                            </a:cubicBezTo>
                            <a:cubicBezTo>
                              <a:pt x="3257230" y="22651"/>
                              <a:pt x="3383220" y="108710"/>
                              <a:pt x="3401568" y="297186"/>
                            </a:cubicBezTo>
                            <a:cubicBezTo>
                              <a:pt x="3384278" y="498657"/>
                              <a:pt x="3414462" y="706767"/>
                              <a:pt x="3401568" y="903427"/>
                            </a:cubicBezTo>
                            <a:cubicBezTo>
                              <a:pt x="3388674" y="1100087"/>
                              <a:pt x="3418028" y="1339570"/>
                              <a:pt x="3401568" y="1485894"/>
                            </a:cubicBezTo>
                            <a:cubicBezTo>
                              <a:pt x="3391381" y="1681783"/>
                              <a:pt x="3265826" y="1774618"/>
                              <a:pt x="3104382" y="1783080"/>
                            </a:cubicBezTo>
                            <a:cubicBezTo>
                              <a:pt x="2935211" y="1787456"/>
                              <a:pt x="2744576" y="1795988"/>
                              <a:pt x="2542943" y="1783080"/>
                            </a:cubicBezTo>
                            <a:cubicBezTo>
                              <a:pt x="2341310" y="1770172"/>
                              <a:pt x="2222928" y="1761997"/>
                              <a:pt x="2037648" y="1783080"/>
                            </a:cubicBezTo>
                            <a:cubicBezTo>
                              <a:pt x="1852368" y="1804163"/>
                              <a:pt x="1745443" y="1786633"/>
                              <a:pt x="1560424" y="1783080"/>
                            </a:cubicBezTo>
                            <a:cubicBezTo>
                              <a:pt x="1375405" y="1779527"/>
                              <a:pt x="1265309" y="1792321"/>
                              <a:pt x="1055129" y="1783080"/>
                            </a:cubicBezTo>
                            <a:cubicBezTo>
                              <a:pt x="844950" y="1773839"/>
                              <a:pt x="484280" y="1787341"/>
                              <a:pt x="297186" y="1783080"/>
                            </a:cubicBezTo>
                            <a:cubicBezTo>
                              <a:pt x="165651" y="1774453"/>
                              <a:pt x="-887" y="1656166"/>
                              <a:pt x="0" y="1485894"/>
                            </a:cubicBezTo>
                            <a:cubicBezTo>
                              <a:pt x="18588" y="1367947"/>
                              <a:pt x="-5379" y="1136569"/>
                              <a:pt x="0" y="915314"/>
                            </a:cubicBezTo>
                            <a:cubicBezTo>
                              <a:pt x="5379" y="694059"/>
                              <a:pt x="-2138" y="599653"/>
                              <a:pt x="0" y="297186"/>
                            </a:cubicBezTo>
                            <a:close/>
                          </a:path>
                          <a:path w="3401568" h="1783080" stroke="0" extrusionOk="0">
                            <a:moveTo>
                              <a:pt x="0" y="297186"/>
                            </a:moveTo>
                            <a:cubicBezTo>
                              <a:pt x="-10491" y="126584"/>
                              <a:pt x="103749" y="10999"/>
                              <a:pt x="297186" y="0"/>
                            </a:cubicBezTo>
                            <a:cubicBezTo>
                              <a:pt x="493366" y="23491"/>
                              <a:pt x="618535" y="21412"/>
                              <a:pt x="914769" y="0"/>
                            </a:cubicBezTo>
                            <a:cubicBezTo>
                              <a:pt x="1211003" y="-21412"/>
                              <a:pt x="1186365" y="11305"/>
                              <a:pt x="1448136" y="0"/>
                            </a:cubicBezTo>
                            <a:cubicBezTo>
                              <a:pt x="1709907" y="-11305"/>
                              <a:pt x="1779311" y="-18575"/>
                              <a:pt x="1953432" y="0"/>
                            </a:cubicBezTo>
                            <a:cubicBezTo>
                              <a:pt x="2127553" y="18575"/>
                              <a:pt x="2303495" y="-17371"/>
                              <a:pt x="2542943" y="0"/>
                            </a:cubicBezTo>
                            <a:cubicBezTo>
                              <a:pt x="2782391" y="17371"/>
                              <a:pt x="2850095" y="732"/>
                              <a:pt x="3104382" y="0"/>
                            </a:cubicBezTo>
                            <a:cubicBezTo>
                              <a:pt x="3281774" y="-21581"/>
                              <a:pt x="3381549" y="150647"/>
                              <a:pt x="3401568" y="297186"/>
                            </a:cubicBezTo>
                            <a:cubicBezTo>
                              <a:pt x="3428884" y="489113"/>
                              <a:pt x="3398504" y="668234"/>
                              <a:pt x="3401568" y="891540"/>
                            </a:cubicBezTo>
                            <a:cubicBezTo>
                              <a:pt x="3404632" y="1114846"/>
                              <a:pt x="3419516" y="1319741"/>
                              <a:pt x="3401568" y="1485894"/>
                            </a:cubicBezTo>
                            <a:cubicBezTo>
                              <a:pt x="3361684" y="1647744"/>
                              <a:pt x="3275169" y="1764827"/>
                              <a:pt x="3104382" y="1783080"/>
                            </a:cubicBezTo>
                            <a:cubicBezTo>
                              <a:pt x="2819419" y="1783513"/>
                              <a:pt x="2795952" y="1779326"/>
                              <a:pt x="2514871" y="1783080"/>
                            </a:cubicBezTo>
                            <a:cubicBezTo>
                              <a:pt x="2233790" y="1786834"/>
                              <a:pt x="2102071" y="1795696"/>
                              <a:pt x="1897288" y="1783080"/>
                            </a:cubicBezTo>
                            <a:cubicBezTo>
                              <a:pt x="1692505" y="1770464"/>
                              <a:pt x="1575618" y="1755000"/>
                              <a:pt x="1279705" y="1783080"/>
                            </a:cubicBezTo>
                            <a:cubicBezTo>
                              <a:pt x="983792" y="1811160"/>
                              <a:pt x="502583" y="1795616"/>
                              <a:pt x="297186" y="1783080"/>
                            </a:cubicBezTo>
                            <a:cubicBezTo>
                              <a:pt x="110257" y="1761600"/>
                              <a:pt x="-6358" y="1640521"/>
                              <a:pt x="0" y="1485894"/>
                            </a:cubicBezTo>
                            <a:cubicBezTo>
                              <a:pt x="-21100" y="1344602"/>
                              <a:pt x="27089" y="1038686"/>
                              <a:pt x="0" y="879653"/>
                            </a:cubicBezTo>
                            <a:cubicBezTo>
                              <a:pt x="-27089" y="720620"/>
                              <a:pt x="-19975" y="420557"/>
                              <a:pt x="0" y="297186"/>
                            </a:cubicBezTo>
                            <a:close/>
                          </a:path>
                        </a:pathLst>
                      </a:custGeom>
                      <ask:type>
                        <ask:lineSketchNone/>
                      </ask:type>
                    </ask:lineSketchStyleProps>
                  </a:ext>
                </a:extLst>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dirty="0"/>
              </a:p>
            </p:txBody>
          </p:sp>
          <p:sp>
            <p:nvSpPr>
              <p:cNvPr id="33" name="Rounded Rectangle 4">
                <a:extLst>
                  <a:ext uri="{FF2B5EF4-FFF2-40B4-BE49-F238E27FC236}">
                    <a16:creationId xmlns:a16="http://schemas.microsoft.com/office/drawing/2014/main" id="{60861295-212A-816B-2688-126428A50FF1}"/>
                  </a:ext>
                </a:extLst>
              </p:cNvPr>
              <p:cNvSpPr/>
              <p:nvPr/>
            </p:nvSpPr>
            <p:spPr>
              <a:xfrm>
                <a:off x="4239901" y="1408805"/>
                <a:ext cx="3401568" cy="1783080"/>
              </a:xfrm>
              <a:prstGeom prst="roundRect">
                <a:avLst/>
              </a:prstGeom>
              <a:grpFill/>
              <a:ln w="38100">
                <a:solidFill>
                  <a:schemeClr val="accent2">
                    <a:lumMod val="40000"/>
                    <a:lumOff val="60000"/>
                  </a:schemeClr>
                </a:solidFill>
                <a:prstDash val="solid"/>
                <a:miter lim="800000"/>
                <a:extLst>
                  <a:ext uri="{C807C97D-BFC1-408E-A445-0C87EB9F89A2}">
                    <ask:lineSketchStyleProps xmlns:ask="http://schemas.microsoft.com/office/drawing/2018/sketchyshapes" sd="1219033472">
                      <a:custGeom>
                        <a:avLst/>
                        <a:gdLst>
                          <a:gd name="csX0" fmla="*/ 0 w 3401568"/>
                          <a:gd name="csY0" fmla="*/ 297186 h 1783080"/>
                          <a:gd name="csX1" fmla="*/ 297186 w 3401568"/>
                          <a:gd name="csY1" fmla="*/ 0 h 1783080"/>
                          <a:gd name="csX2" fmla="*/ 886697 w 3401568"/>
                          <a:gd name="csY2" fmla="*/ 0 h 1783080"/>
                          <a:gd name="csX3" fmla="*/ 1391992 w 3401568"/>
                          <a:gd name="csY3" fmla="*/ 0 h 1783080"/>
                          <a:gd name="csX4" fmla="*/ 1953432 w 3401568"/>
                          <a:gd name="csY4" fmla="*/ 0 h 1783080"/>
                          <a:gd name="csX5" fmla="*/ 2430655 w 3401568"/>
                          <a:gd name="csY5" fmla="*/ 0 h 1783080"/>
                          <a:gd name="csX6" fmla="*/ 3104382 w 3401568"/>
                          <a:gd name="csY6" fmla="*/ 0 h 1783080"/>
                          <a:gd name="csX7" fmla="*/ 3401568 w 3401568"/>
                          <a:gd name="csY7" fmla="*/ 297186 h 1783080"/>
                          <a:gd name="csX8" fmla="*/ 3401568 w 3401568"/>
                          <a:gd name="csY8" fmla="*/ 903427 h 1783080"/>
                          <a:gd name="csX9" fmla="*/ 3401568 w 3401568"/>
                          <a:gd name="csY9" fmla="*/ 1485894 h 1783080"/>
                          <a:gd name="csX10" fmla="*/ 3104382 w 3401568"/>
                          <a:gd name="csY10" fmla="*/ 1783080 h 1783080"/>
                          <a:gd name="csX11" fmla="*/ 2542943 w 3401568"/>
                          <a:gd name="csY11" fmla="*/ 1783080 h 1783080"/>
                          <a:gd name="csX12" fmla="*/ 2037648 w 3401568"/>
                          <a:gd name="csY12" fmla="*/ 1783080 h 1783080"/>
                          <a:gd name="csX13" fmla="*/ 1560424 w 3401568"/>
                          <a:gd name="csY13" fmla="*/ 1783080 h 1783080"/>
                          <a:gd name="csX14" fmla="*/ 1055129 w 3401568"/>
                          <a:gd name="csY14" fmla="*/ 1783080 h 1783080"/>
                          <a:gd name="csX15" fmla="*/ 297186 w 3401568"/>
                          <a:gd name="csY15" fmla="*/ 1783080 h 1783080"/>
                          <a:gd name="csX16" fmla="*/ 0 w 3401568"/>
                          <a:gd name="csY16" fmla="*/ 1485894 h 1783080"/>
                          <a:gd name="csX17" fmla="*/ 0 w 3401568"/>
                          <a:gd name="csY17" fmla="*/ 915314 h 1783080"/>
                          <a:gd name="csX18" fmla="*/ 0 w 3401568"/>
                          <a:gd name="csY18" fmla="*/ 297186 h 17830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401568" h="1783080" fill="none" extrusionOk="0">
                            <a:moveTo>
                              <a:pt x="0" y="297186"/>
                            </a:moveTo>
                            <a:cubicBezTo>
                              <a:pt x="-28323" y="134221"/>
                              <a:pt x="140327" y="-13108"/>
                              <a:pt x="297186" y="0"/>
                            </a:cubicBezTo>
                            <a:cubicBezTo>
                              <a:pt x="541662" y="97"/>
                              <a:pt x="600886" y="4656"/>
                              <a:pt x="886697" y="0"/>
                            </a:cubicBezTo>
                            <a:cubicBezTo>
                              <a:pt x="1172508" y="-4656"/>
                              <a:pt x="1267547" y="-22229"/>
                              <a:pt x="1391992" y="0"/>
                            </a:cubicBezTo>
                            <a:cubicBezTo>
                              <a:pt x="1516437" y="22229"/>
                              <a:pt x="1764744" y="13026"/>
                              <a:pt x="1953432" y="0"/>
                            </a:cubicBezTo>
                            <a:cubicBezTo>
                              <a:pt x="2142120" y="-13026"/>
                              <a:pt x="2221208" y="8096"/>
                              <a:pt x="2430655" y="0"/>
                            </a:cubicBezTo>
                            <a:cubicBezTo>
                              <a:pt x="2640102" y="-8096"/>
                              <a:pt x="2808777" y="8900"/>
                              <a:pt x="3104382" y="0"/>
                            </a:cubicBezTo>
                            <a:cubicBezTo>
                              <a:pt x="3257230" y="22651"/>
                              <a:pt x="3383220" y="108710"/>
                              <a:pt x="3401568" y="297186"/>
                            </a:cubicBezTo>
                            <a:cubicBezTo>
                              <a:pt x="3384278" y="498657"/>
                              <a:pt x="3414462" y="706767"/>
                              <a:pt x="3401568" y="903427"/>
                            </a:cubicBezTo>
                            <a:cubicBezTo>
                              <a:pt x="3388674" y="1100087"/>
                              <a:pt x="3418028" y="1339570"/>
                              <a:pt x="3401568" y="1485894"/>
                            </a:cubicBezTo>
                            <a:cubicBezTo>
                              <a:pt x="3391381" y="1681783"/>
                              <a:pt x="3265826" y="1774618"/>
                              <a:pt x="3104382" y="1783080"/>
                            </a:cubicBezTo>
                            <a:cubicBezTo>
                              <a:pt x="2935211" y="1787456"/>
                              <a:pt x="2744576" y="1795988"/>
                              <a:pt x="2542943" y="1783080"/>
                            </a:cubicBezTo>
                            <a:cubicBezTo>
                              <a:pt x="2341310" y="1770172"/>
                              <a:pt x="2222928" y="1761997"/>
                              <a:pt x="2037648" y="1783080"/>
                            </a:cubicBezTo>
                            <a:cubicBezTo>
                              <a:pt x="1852368" y="1804163"/>
                              <a:pt x="1745443" y="1786633"/>
                              <a:pt x="1560424" y="1783080"/>
                            </a:cubicBezTo>
                            <a:cubicBezTo>
                              <a:pt x="1375405" y="1779527"/>
                              <a:pt x="1265309" y="1792321"/>
                              <a:pt x="1055129" y="1783080"/>
                            </a:cubicBezTo>
                            <a:cubicBezTo>
                              <a:pt x="844950" y="1773839"/>
                              <a:pt x="484280" y="1787341"/>
                              <a:pt x="297186" y="1783080"/>
                            </a:cubicBezTo>
                            <a:cubicBezTo>
                              <a:pt x="165651" y="1774453"/>
                              <a:pt x="-887" y="1656166"/>
                              <a:pt x="0" y="1485894"/>
                            </a:cubicBezTo>
                            <a:cubicBezTo>
                              <a:pt x="18588" y="1367947"/>
                              <a:pt x="-5379" y="1136569"/>
                              <a:pt x="0" y="915314"/>
                            </a:cubicBezTo>
                            <a:cubicBezTo>
                              <a:pt x="5379" y="694059"/>
                              <a:pt x="-2138" y="599653"/>
                              <a:pt x="0" y="297186"/>
                            </a:cubicBezTo>
                            <a:close/>
                          </a:path>
                          <a:path w="3401568" h="1783080" stroke="0" extrusionOk="0">
                            <a:moveTo>
                              <a:pt x="0" y="297186"/>
                            </a:moveTo>
                            <a:cubicBezTo>
                              <a:pt x="-10491" y="126584"/>
                              <a:pt x="103749" y="10999"/>
                              <a:pt x="297186" y="0"/>
                            </a:cubicBezTo>
                            <a:cubicBezTo>
                              <a:pt x="493366" y="23491"/>
                              <a:pt x="618535" y="21412"/>
                              <a:pt x="914769" y="0"/>
                            </a:cubicBezTo>
                            <a:cubicBezTo>
                              <a:pt x="1211003" y="-21412"/>
                              <a:pt x="1186365" y="11305"/>
                              <a:pt x="1448136" y="0"/>
                            </a:cubicBezTo>
                            <a:cubicBezTo>
                              <a:pt x="1709907" y="-11305"/>
                              <a:pt x="1779311" y="-18575"/>
                              <a:pt x="1953432" y="0"/>
                            </a:cubicBezTo>
                            <a:cubicBezTo>
                              <a:pt x="2127553" y="18575"/>
                              <a:pt x="2303495" y="-17371"/>
                              <a:pt x="2542943" y="0"/>
                            </a:cubicBezTo>
                            <a:cubicBezTo>
                              <a:pt x="2782391" y="17371"/>
                              <a:pt x="2850095" y="732"/>
                              <a:pt x="3104382" y="0"/>
                            </a:cubicBezTo>
                            <a:cubicBezTo>
                              <a:pt x="3281774" y="-21581"/>
                              <a:pt x="3381549" y="150647"/>
                              <a:pt x="3401568" y="297186"/>
                            </a:cubicBezTo>
                            <a:cubicBezTo>
                              <a:pt x="3428884" y="489113"/>
                              <a:pt x="3398504" y="668234"/>
                              <a:pt x="3401568" y="891540"/>
                            </a:cubicBezTo>
                            <a:cubicBezTo>
                              <a:pt x="3404632" y="1114846"/>
                              <a:pt x="3419516" y="1319741"/>
                              <a:pt x="3401568" y="1485894"/>
                            </a:cubicBezTo>
                            <a:cubicBezTo>
                              <a:pt x="3361684" y="1647744"/>
                              <a:pt x="3275169" y="1764827"/>
                              <a:pt x="3104382" y="1783080"/>
                            </a:cubicBezTo>
                            <a:cubicBezTo>
                              <a:pt x="2819419" y="1783513"/>
                              <a:pt x="2795952" y="1779326"/>
                              <a:pt x="2514871" y="1783080"/>
                            </a:cubicBezTo>
                            <a:cubicBezTo>
                              <a:pt x="2233790" y="1786834"/>
                              <a:pt x="2102071" y="1795696"/>
                              <a:pt x="1897288" y="1783080"/>
                            </a:cubicBezTo>
                            <a:cubicBezTo>
                              <a:pt x="1692505" y="1770464"/>
                              <a:pt x="1575618" y="1755000"/>
                              <a:pt x="1279705" y="1783080"/>
                            </a:cubicBezTo>
                            <a:cubicBezTo>
                              <a:pt x="983792" y="1811160"/>
                              <a:pt x="502583" y="1795616"/>
                              <a:pt x="297186" y="1783080"/>
                            </a:cubicBezTo>
                            <a:cubicBezTo>
                              <a:pt x="110257" y="1761600"/>
                              <a:pt x="-6358" y="1640521"/>
                              <a:pt x="0" y="1485894"/>
                            </a:cubicBezTo>
                            <a:cubicBezTo>
                              <a:pt x="-21100" y="1344602"/>
                              <a:pt x="27089" y="1038686"/>
                              <a:pt x="0" y="879653"/>
                            </a:cubicBezTo>
                            <a:cubicBezTo>
                              <a:pt x="-27089" y="720620"/>
                              <a:pt x="-19975" y="420557"/>
                              <a:pt x="0" y="297186"/>
                            </a:cubicBezTo>
                            <a:close/>
                          </a:path>
                        </a:pathLst>
                      </a:custGeom>
                      <ask:type>
                        <ask:lineSketchNone/>
                      </ask:type>
                    </ask:lineSketchStyleProps>
                  </a:ext>
                </a:extLst>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dirty="0"/>
              </a:p>
            </p:txBody>
          </p:sp>
          <p:sp>
            <p:nvSpPr>
              <p:cNvPr id="35" name="Rounded Rectangle 4">
                <a:extLst>
                  <a:ext uri="{FF2B5EF4-FFF2-40B4-BE49-F238E27FC236}">
                    <a16:creationId xmlns:a16="http://schemas.microsoft.com/office/drawing/2014/main" id="{095C8DC9-7889-4516-6C12-D395D14B0F5C}"/>
                  </a:ext>
                </a:extLst>
              </p:cNvPr>
              <p:cNvSpPr/>
              <p:nvPr/>
            </p:nvSpPr>
            <p:spPr>
              <a:xfrm>
                <a:off x="243088" y="1408805"/>
                <a:ext cx="3401568" cy="1783080"/>
              </a:xfrm>
              <a:prstGeom prst="roundRect">
                <a:avLst/>
              </a:prstGeom>
              <a:grpFill/>
              <a:ln w="38100">
                <a:solidFill>
                  <a:schemeClr val="tx2">
                    <a:lumMod val="75000"/>
                    <a:lumOff val="25000"/>
                  </a:schemeClr>
                </a:solidFill>
                <a:prstDash val="solid"/>
                <a:miter lim="800000"/>
                <a:extLst>
                  <a:ext uri="{C807C97D-BFC1-408E-A445-0C87EB9F89A2}">
                    <ask:lineSketchStyleProps xmlns:ask="http://schemas.microsoft.com/office/drawing/2018/sketchyshapes" sd="1219033472">
                      <a:custGeom>
                        <a:avLst/>
                        <a:gdLst>
                          <a:gd name="csX0" fmla="*/ 0 w 3401568"/>
                          <a:gd name="csY0" fmla="*/ 297186 h 1783080"/>
                          <a:gd name="csX1" fmla="*/ 297186 w 3401568"/>
                          <a:gd name="csY1" fmla="*/ 0 h 1783080"/>
                          <a:gd name="csX2" fmla="*/ 886697 w 3401568"/>
                          <a:gd name="csY2" fmla="*/ 0 h 1783080"/>
                          <a:gd name="csX3" fmla="*/ 1391992 w 3401568"/>
                          <a:gd name="csY3" fmla="*/ 0 h 1783080"/>
                          <a:gd name="csX4" fmla="*/ 1953432 w 3401568"/>
                          <a:gd name="csY4" fmla="*/ 0 h 1783080"/>
                          <a:gd name="csX5" fmla="*/ 2430655 w 3401568"/>
                          <a:gd name="csY5" fmla="*/ 0 h 1783080"/>
                          <a:gd name="csX6" fmla="*/ 3104382 w 3401568"/>
                          <a:gd name="csY6" fmla="*/ 0 h 1783080"/>
                          <a:gd name="csX7" fmla="*/ 3401568 w 3401568"/>
                          <a:gd name="csY7" fmla="*/ 297186 h 1783080"/>
                          <a:gd name="csX8" fmla="*/ 3401568 w 3401568"/>
                          <a:gd name="csY8" fmla="*/ 903427 h 1783080"/>
                          <a:gd name="csX9" fmla="*/ 3401568 w 3401568"/>
                          <a:gd name="csY9" fmla="*/ 1485894 h 1783080"/>
                          <a:gd name="csX10" fmla="*/ 3104382 w 3401568"/>
                          <a:gd name="csY10" fmla="*/ 1783080 h 1783080"/>
                          <a:gd name="csX11" fmla="*/ 2542943 w 3401568"/>
                          <a:gd name="csY11" fmla="*/ 1783080 h 1783080"/>
                          <a:gd name="csX12" fmla="*/ 2037648 w 3401568"/>
                          <a:gd name="csY12" fmla="*/ 1783080 h 1783080"/>
                          <a:gd name="csX13" fmla="*/ 1560424 w 3401568"/>
                          <a:gd name="csY13" fmla="*/ 1783080 h 1783080"/>
                          <a:gd name="csX14" fmla="*/ 1055129 w 3401568"/>
                          <a:gd name="csY14" fmla="*/ 1783080 h 1783080"/>
                          <a:gd name="csX15" fmla="*/ 297186 w 3401568"/>
                          <a:gd name="csY15" fmla="*/ 1783080 h 1783080"/>
                          <a:gd name="csX16" fmla="*/ 0 w 3401568"/>
                          <a:gd name="csY16" fmla="*/ 1485894 h 1783080"/>
                          <a:gd name="csX17" fmla="*/ 0 w 3401568"/>
                          <a:gd name="csY17" fmla="*/ 915314 h 1783080"/>
                          <a:gd name="csX18" fmla="*/ 0 w 3401568"/>
                          <a:gd name="csY18" fmla="*/ 297186 h 17830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401568" h="1783080" fill="none" extrusionOk="0">
                            <a:moveTo>
                              <a:pt x="0" y="297186"/>
                            </a:moveTo>
                            <a:cubicBezTo>
                              <a:pt x="-28323" y="134221"/>
                              <a:pt x="140327" y="-13108"/>
                              <a:pt x="297186" y="0"/>
                            </a:cubicBezTo>
                            <a:cubicBezTo>
                              <a:pt x="541662" y="97"/>
                              <a:pt x="600886" y="4656"/>
                              <a:pt x="886697" y="0"/>
                            </a:cubicBezTo>
                            <a:cubicBezTo>
                              <a:pt x="1172508" y="-4656"/>
                              <a:pt x="1267547" y="-22229"/>
                              <a:pt x="1391992" y="0"/>
                            </a:cubicBezTo>
                            <a:cubicBezTo>
                              <a:pt x="1516437" y="22229"/>
                              <a:pt x="1764744" y="13026"/>
                              <a:pt x="1953432" y="0"/>
                            </a:cubicBezTo>
                            <a:cubicBezTo>
                              <a:pt x="2142120" y="-13026"/>
                              <a:pt x="2221208" y="8096"/>
                              <a:pt x="2430655" y="0"/>
                            </a:cubicBezTo>
                            <a:cubicBezTo>
                              <a:pt x="2640102" y="-8096"/>
                              <a:pt x="2808777" y="8900"/>
                              <a:pt x="3104382" y="0"/>
                            </a:cubicBezTo>
                            <a:cubicBezTo>
                              <a:pt x="3257230" y="22651"/>
                              <a:pt x="3383220" y="108710"/>
                              <a:pt x="3401568" y="297186"/>
                            </a:cubicBezTo>
                            <a:cubicBezTo>
                              <a:pt x="3384278" y="498657"/>
                              <a:pt x="3414462" y="706767"/>
                              <a:pt x="3401568" y="903427"/>
                            </a:cubicBezTo>
                            <a:cubicBezTo>
                              <a:pt x="3388674" y="1100087"/>
                              <a:pt x="3418028" y="1339570"/>
                              <a:pt x="3401568" y="1485894"/>
                            </a:cubicBezTo>
                            <a:cubicBezTo>
                              <a:pt x="3391381" y="1681783"/>
                              <a:pt x="3265826" y="1774618"/>
                              <a:pt x="3104382" y="1783080"/>
                            </a:cubicBezTo>
                            <a:cubicBezTo>
                              <a:pt x="2935211" y="1787456"/>
                              <a:pt x="2744576" y="1795988"/>
                              <a:pt x="2542943" y="1783080"/>
                            </a:cubicBezTo>
                            <a:cubicBezTo>
                              <a:pt x="2341310" y="1770172"/>
                              <a:pt x="2222928" y="1761997"/>
                              <a:pt x="2037648" y="1783080"/>
                            </a:cubicBezTo>
                            <a:cubicBezTo>
                              <a:pt x="1852368" y="1804163"/>
                              <a:pt x="1745443" y="1786633"/>
                              <a:pt x="1560424" y="1783080"/>
                            </a:cubicBezTo>
                            <a:cubicBezTo>
                              <a:pt x="1375405" y="1779527"/>
                              <a:pt x="1265309" y="1792321"/>
                              <a:pt x="1055129" y="1783080"/>
                            </a:cubicBezTo>
                            <a:cubicBezTo>
                              <a:pt x="844950" y="1773839"/>
                              <a:pt x="484280" y="1787341"/>
                              <a:pt x="297186" y="1783080"/>
                            </a:cubicBezTo>
                            <a:cubicBezTo>
                              <a:pt x="165651" y="1774453"/>
                              <a:pt x="-887" y="1656166"/>
                              <a:pt x="0" y="1485894"/>
                            </a:cubicBezTo>
                            <a:cubicBezTo>
                              <a:pt x="18588" y="1367947"/>
                              <a:pt x="-5379" y="1136569"/>
                              <a:pt x="0" y="915314"/>
                            </a:cubicBezTo>
                            <a:cubicBezTo>
                              <a:pt x="5379" y="694059"/>
                              <a:pt x="-2138" y="599653"/>
                              <a:pt x="0" y="297186"/>
                            </a:cubicBezTo>
                            <a:close/>
                          </a:path>
                          <a:path w="3401568" h="1783080" stroke="0" extrusionOk="0">
                            <a:moveTo>
                              <a:pt x="0" y="297186"/>
                            </a:moveTo>
                            <a:cubicBezTo>
                              <a:pt x="-10491" y="126584"/>
                              <a:pt x="103749" y="10999"/>
                              <a:pt x="297186" y="0"/>
                            </a:cubicBezTo>
                            <a:cubicBezTo>
                              <a:pt x="493366" y="23491"/>
                              <a:pt x="618535" y="21412"/>
                              <a:pt x="914769" y="0"/>
                            </a:cubicBezTo>
                            <a:cubicBezTo>
                              <a:pt x="1211003" y="-21412"/>
                              <a:pt x="1186365" y="11305"/>
                              <a:pt x="1448136" y="0"/>
                            </a:cubicBezTo>
                            <a:cubicBezTo>
                              <a:pt x="1709907" y="-11305"/>
                              <a:pt x="1779311" y="-18575"/>
                              <a:pt x="1953432" y="0"/>
                            </a:cubicBezTo>
                            <a:cubicBezTo>
                              <a:pt x="2127553" y="18575"/>
                              <a:pt x="2303495" y="-17371"/>
                              <a:pt x="2542943" y="0"/>
                            </a:cubicBezTo>
                            <a:cubicBezTo>
                              <a:pt x="2782391" y="17371"/>
                              <a:pt x="2850095" y="732"/>
                              <a:pt x="3104382" y="0"/>
                            </a:cubicBezTo>
                            <a:cubicBezTo>
                              <a:pt x="3281774" y="-21581"/>
                              <a:pt x="3381549" y="150647"/>
                              <a:pt x="3401568" y="297186"/>
                            </a:cubicBezTo>
                            <a:cubicBezTo>
                              <a:pt x="3428884" y="489113"/>
                              <a:pt x="3398504" y="668234"/>
                              <a:pt x="3401568" y="891540"/>
                            </a:cubicBezTo>
                            <a:cubicBezTo>
                              <a:pt x="3404632" y="1114846"/>
                              <a:pt x="3419516" y="1319741"/>
                              <a:pt x="3401568" y="1485894"/>
                            </a:cubicBezTo>
                            <a:cubicBezTo>
                              <a:pt x="3361684" y="1647744"/>
                              <a:pt x="3275169" y="1764827"/>
                              <a:pt x="3104382" y="1783080"/>
                            </a:cubicBezTo>
                            <a:cubicBezTo>
                              <a:pt x="2819419" y="1783513"/>
                              <a:pt x="2795952" y="1779326"/>
                              <a:pt x="2514871" y="1783080"/>
                            </a:cubicBezTo>
                            <a:cubicBezTo>
                              <a:pt x="2233790" y="1786834"/>
                              <a:pt x="2102071" y="1795696"/>
                              <a:pt x="1897288" y="1783080"/>
                            </a:cubicBezTo>
                            <a:cubicBezTo>
                              <a:pt x="1692505" y="1770464"/>
                              <a:pt x="1575618" y="1755000"/>
                              <a:pt x="1279705" y="1783080"/>
                            </a:cubicBezTo>
                            <a:cubicBezTo>
                              <a:pt x="983792" y="1811160"/>
                              <a:pt x="502583" y="1795616"/>
                              <a:pt x="297186" y="1783080"/>
                            </a:cubicBezTo>
                            <a:cubicBezTo>
                              <a:pt x="110257" y="1761600"/>
                              <a:pt x="-6358" y="1640521"/>
                              <a:pt x="0" y="1485894"/>
                            </a:cubicBezTo>
                            <a:cubicBezTo>
                              <a:pt x="-21100" y="1344602"/>
                              <a:pt x="27089" y="1038686"/>
                              <a:pt x="0" y="879653"/>
                            </a:cubicBezTo>
                            <a:cubicBezTo>
                              <a:pt x="-27089" y="720620"/>
                              <a:pt x="-19975" y="420557"/>
                              <a:pt x="0" y="297186"/>
                            </a:cubicBezTo>
                            <a:close/>
                          </a:path>
                        </a:pathLst>
                      </a:custGeom>
                      <ask:type>
                        <ask:lineSketchNone/>
                      </ask:type>
                    </ask:lineSketchStyleProps>
                  </a:ext>
                </a:extLst>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grpSp>
        <p:sp>
          <p:nvSpPr>
            <p:cNvPr id="43" name="TextBox 42">
              <a:extLst>
                <a:ext uri="{FF2B5EF4-FFF2-40B4-BE49-F238E27FC236}">
                  <a16:creationId xmlns:a16="http://schemas.microsoft.com/office/drawing/2014/main" id="{B15E95BC-92A7-9BAE-6757-2D53AA848020}"/>
                </a:ext>
              </a:extLst>
            </p:cNvPr>
            <p:cNvSpPr txBox="1"/>
            <p:nvPr/>
          </p:nvSpPr>
          <p:spPr>
            <a:xfrm>
              <a:off x="481520" y="2003570"/>
              <a:ext cx="2944368" cy="467820"/>
            </a:xfrm>
            <a:prstGeom prst="rect">
              <a:avLst/>
            </a:prstGeom>
            <a:noFill/>
          </p:spPr>
          <p:txBody>
            <a:bodyPr wrap="square" lIns="18288" tIns="18288" rIns="18288" bIns="18288" anchor="t">
              <a:spAutoFit/>
            </a:bodyPr>
            <a:lstStyle/>
            <a:p>
              <a:pPr algn="l"/>
              <a:r>
                <a:rPr sz="1400" b="0" dirty="0">
                  <a:solidFill>
                    <a:srgbClr val="F2F6FC"/>
                  </a:solidFill>
                  <a:latin typeface="Aptos"/>
                </a:rPr>
                <a:t>Every session adds messages, tool outputs and intermediate reasoning.</a:t>
              </a:r>
            </a:p>
          </p:txBody>
        </p:sp>
        <p:sp>
          <p:nvSpPr>
            <p:cNvPr id="45" name="TextBox 44">
              <a:extLst>
                <a:ext uri="{FF2B5EF4-FFF2-40B4-BE49-F238E27FC236}">
                  <a16:creationId xmlns:a16="http://schemas.microsoft.com/office/drawing/2014/main" id="{8EAB5867-E27F-5156-12B0-7540B7A444A0}"/>
                </a:ext>
              </a:extLst>
            </p:cNvPr>
            <p:cNvSpPr txBox="1"/>
            <p:nvPr/>
          </p:nvSpPr>
          <p:spPr>
            <a:xfrm>
              <a:off x="481520" y="1485234"/>
              <a:ext cx="2971800" cy="292608"/>
            </a:xfrm>
            <a:prstGeom prst="rect">
              <a:avLst/>
            </a:prstGeom>
            <a:noFill/>
          </p:spPr>
          <p:txBody>
            <a:bodyPr wrap="square" lIns="18288" tIns="18288" rIns="18288" bIns="18288" anchor="t">
              <a:spAutoFit/>
            </a:bodyPr>
            <a:lstStyle/>
            <a:p>
              <a:pPr algn="l"/>
              <a:r>
                <a:rPr sz="1200" b="1" dirty="0">
                  <a:solidFill>
                    <a:srgbClr val="3ED3FF"/>
                  </a:solidFill>
                  <a:latin typeface="Aptos"/>
                </a:rPr>
                <a:t>CONTEXT GROWTH</a:t>
              </a:r>
            </a:p>
          </p:txBody>
        </p:sp>
        <p:sp>
          <p:nvSpPr>
            <p:cNvPr id="47" name="TextBox 46">
              <a:extLst>
                <a:ext uri="{FF2B5EF4-FFF2-40B4-BE49-F238E27FC236}">
                  <a16:creationId xmlns:a16="http://schemas.microsoft.com/office/drawing/2014/main" id="{B5A75061-A07D-3262-24C1-797086D5F211}"/>
                </a:ext>
              </a:extLst>
            </p:cNvPr>
            <p:cNvSpPr txBox="1"/>
            <p:nvPr/>
          </p:nvSpPr>
          <p:spPr>
            <a:xfrm>
              <a:off x="4402590" y="2003570"/>
              <a:ext cx="3138752" cy="467820"/>
            </a:xfrm>
            <a:prstGeom prst="rect">
              <a:avLst/>
            </a:prstGeom>
            <a:noFill/>
          </p:spPr>
          <p:txBody>
            <a:bodyPr wrap="square" lIns="18288" tIns="18288" rIns="18288" bIns="18288" anchor="t">
              <a:spAutoFit/>
            </a:bodyPr>
            <a:lstStyle/>
            <a:p>
              <a:pPr algn="l"/>
              <a:r>
                <a:rPr sz="1400" b="0" dirty="0">
                  <a:solidFill>
                    <a:srgbClr val="F2F6FC"/>
                  </a:solidFill>
                  <a:latin typeface="Aptos"/>
                </a:rPr>
                <a:t>Sending more context increases token consumption and can slow inference.</a:t>
              </a:r>
            </a:p>
          </p:txBody>
        </p:sp>
        <p:sp>
          <p:nvSpPr>
            <p:cNvPr id="49" name="TextBox 48">
              <a:extLst>
                <a:ext uri="{FF2B5EF4-FFF2-40B4-BE49-F238E27FC236}">
                  <a16:creationId xmlns:a16="http://schemas.microsoft.com/office/drawing/2014/main" id="{28FFD428-36AB-CAF3-42DA-D1B2FBC31579}"/>
                </a:ext>
              </a:extLst>
            </p:cNvPr>
            <p:cNvSpPr txBox="1"/>
            <p:nvPr/>
          </p:nvSpPr>
          <p:spPr>
            <a:xfrm>
              <a:off x="4464617" y="1485234"/>
              <a:ext cx="2971800" cy="292608"/>
            </a:xfrm>
            <a:prstGeom prst="rect">
              <a:avLst/>
            </a:prstGeom>
            <a:noFill/>
          </p:spPr>
          <p:txBody>
            <a:bodyPr wrap="square" lIns="18288" tIns="18288" rIns="18288" bIns="18288" anchor="t">
              <a:spAutoFit/>
            </a:bodyPr>
            <a:lstStyle/>
            <a:p>
              <a:pPr algn="l"/>
              <a:r>
                <a:rPr sz="1200" b="1" dirty="0">
                  <a:solidFill>
                    <a:srgbClr val="FFB24F"/>
                  </a:solidFill>
                  <a:latin typeface="Aptos"/>
                </a:rPr>
                <a:t>COST &amp; LATENCY</a:t>
              </a:r>
            </a:p>
          </p:txBody>
        </p:sp>
        <p:sp>
          <p:nvSpPr>
            <p:cNvPr id="51" name="TextBox 50">
              <a:extLst>
                <a:ext uri="{FF2B5EF4-FFF2-40B4-BE49-F238E27FC236}">
                  <a16:creationId xmlns:a16="http://schemas.microsoft.com/office/drawing/2014/main" id="{E9612400-21D5-9601-33D4-AC649B3F181D}"/>
                </a:ext>
              </a:extLst>
            </p:cNvPr>
            <p:cNvSpPr txBox="1"/>
            <p:nvPr/>
          </p:nvSpPr>
          <p:spPr>
            <a:xfrm>
              <a:off x="8474949" y="2003570"/>
              <a:ext cx="2944368" cy="467820"/>
            </a:xfrm>
            <a:prstGeom prst="rect">
              <a:avLst/>
            </a:prstGeom>
            <a:noFill/>
          </p:spPr>
          <p:txBody>
            <a:bodyPr wrap="square" lIns="18288" tIns="18288" rIns="18288" bIns="18288" anchor="t">
              <a:spAutoFit/>
            </a:bodyPr>
            <a:lstStyle/>
            <a:p>
              <a:pPr algn="l"/>
              <a:r>
                <a:rPr sz="1400" b="0" dirty="0">
                  <a:solidFill>
                    <a:srgbClr val="F2F6FC"/>
                  </a:solidFill>
                  <a:latin typeface="Aptos"/>
                </a:rPr>
                <a:t>Important facts can become harder to use inside very long contexts.</a:t>
              </a:r>
            </a:p>
          </p:txBody>
        </p:sp>
        <p:sp>
          <p:nvSpPr>
            <p:cNvPr id="53" name="TextBox 52">
              <a:extLst>
                <a:ext uri="{FF2B5EF4-FFF2-40B4-BE49-F238E27FC236}">
                  <a16:creationId xmlns:a16="http://schemas.microsoft.com/office/drawing/2014/main" id="{FA2AD1DF-6E7C-B859-87AC-F4EBB8068360}"/>
                </a:ext>
              </a:extLst>
            </p:cNvPr>
            <p:cNvSpPr txBox="1"/>
            <p:nvPr/>
          </p:nvSpPr>
          <p:spPr>
            <a:xfrm>
              <a:off x="8447517" y="1494126"/>
              <a:ext cx="2971800" cy="292608"/>
            </a:xfrm>
            <a:prstGeom prst="rect">
              <a:avLst/>
            </a:prstGeom>
            <a:noFill/>
          </p:spPr>
          <p:txBody>
            <a:bodyPr wrap="square" lIns="18288" tIns="18288" rIns="18288" bIns="18288" anchor="t">
              <a:spAutoFit/>
            </a:bodyPr>
            <a:lstStyle/>
            <a:p>
              <a:pPr algn="l"/>
              <a:r>
                <a:rPr sz="1200" b="1" dirty="0">
                  <a:solidFill>
                    <a:srgbClr val="FF697D"/>
                  </a:solidFill>
                  <a:latin typeface="Aptos"/>
                </a:rPr>
                <a:t>RELEVANCE LOSS</a:t>
              </a:r>
            </a:p>
          </p:txBody>
        </p:sp>
        <p:sp>
          <p:nvSpPr>
            <p:cNvPr id="55" name="TextBox 54">
              <a:extLst>
                <a:ext uri="{FF2B5EF4-FFF2-40B4-BE49-F238E27FC236}">
                  <a16:creationId xmlns:a16="http://schemas.microsoft.com/office/drawing/2014/main" id="{63526324-9A45-BF45-D47C-7CA5E2A54521}"/>
                </a:ext>
              </a:extLst>
            </p:cNvPr>
            <p:cNvSpPr txBox="1"/>
            <p:nvPr/>
          </p:nvSpPr>
          <p:spPr>
            <a:xfrm>
              <a:off x="464000" y="5029424"/>
              <a:ext cx="2944368" cy="467820"/>
            </a:xfrm>
            <a:prstGeom prst="rect">
              <a:avLst/>
            </a:prstGeom>
            <a:noFill/>
          </p:spPr>
          <p:txBody>
            <a:bodyPr wrap="square" lIns="18288" tIns="18288" rIns="18288" bIns="18288" anchor="t">
              <a:spAutoFit/>
            </a:bodyPr>
            <a:lstStyle/>
            <a:p>
              <a:pPr algn="l"/>
              <a:r>
                <a:rPr sz="1400" b="0" dirty="0">
                  <a:solidFill>
                    <a:srgbClr val="F2F6FC"/>
                  </a:solidFill>
                  <a:latin typeface="Aptos"/>
                </a:rPr>
                <a:t>Users often cannot see why an agent remembered or forgot something.</a:t>
              </a:r>
            </a:p>
          </p:txBody>
        </p:sp>
        <p:sp>
          <p:nvSpPr>
            <p:cNvPr id="57" name="TextBox 56">
              <a:extLst>
                <a:ext uri="{FF2B5EF4-FFF2-40B4-BE49-F238E27FC236}">
                  <a16:creationId xmlns:a16="http://schemas.microsoft.com/office/drawing/2014/main" id="{49EF41F3-1905-A9BE-C4EC-3522F09FB947}"/>
                </a:ext>
              </a:extLst>
            </p:cNvPr>
            <p:cNvSpPr txBox="1"/>
            <p:nvPr/>
          </p:nvSpPr>
          <p:spPr>
            <a:xfrm>
              <a:off x="481520" y="4437350"/>
              <a:ext cx="2971800" cy="292608"/>
            </a:xfrm>
            <a:prstGeom prst="rect">
              <a:avLst/>
            </a:prstGeom>
            <a:noFill/>
          </p:spPr>
          <p:txBody>
            <a:bodyPr wrap="square" lIns="18288" tIns="18288" rIns="18288" bIns="18288" anchor="t">
              <a:spAutoFit/>
            </a:bodyPr>
            <a:lstStyle/>
            <a:p>
              <a:pPr algn="l"/>
              <a:r>
                <a:rPr sz="1200" b="1" dirty="0">
                  <a:solidFill>
                    <a:srgbClr val="A57DFF"/>
                  </a:solidFill>
                  <a:latin typeface="Aptos"/>
                </a:rPr>
                <a:t>LOW VISIBILITY</a:t>
              </a:r>
            </a:p>
          </p:txBody>
        </p:sp>
        <p:sp>
          <p:nvSpPr>
            <p:cNvPr id="59" name="TextBox 58">
              <a:extLst>
                <a:ext uri="{FF2B5EF4-FFF2-40B4-BE49-F238E27FC236}">
                  <a16:creationId xmlns:a16="http://schemas.microsoft.com/office/drawing/2014/main" id="{53FD628E-A1B4-71A9-37B9-1B904C3F76F4}"/>
                </a:ext>
              </a:extLst>
            </p:cNvPr>
            <p:cNvSpPr txBox="1"/>
            <p:nvPr/>
          </p:nvSpPr>
          <p:spPr>
            <a:xfrm>
              <a:off x="4464617" y="5029424"/>
              <a:ext cx="2944368" cy="467820"/>
            </a:xfrm>
            <a:prstGeom prst="rect">
              <a:avLst/>
            </a:prstGeom>
            <a:noFill/>
          </p:spPr>
          <p:txBody>
            <a:bodyPr wrap="square" lIns="18288" tIns="18288" rIns="18288" bIns="18288" anchor="t">
              <a:spAutoFit/>
            </a:bodyPr>
            <a:lstStyle/>
            <a:p>
              <a:pPr algn="l"/>
              <a:r>
                <a:rPr sz="1400" b="0" dirty="0">
                  <a:solidFill>
                    <a:srgbClr val="F2F6FC"/>
                  </a:solidFill>
                  <a:latin typeface="Aptos"/>
                </a:rPr>
                <a:t>A wrong summary or deletion can force users to restart the task.</a:t>
              </a:r>
            </a:p>
          </p:txBody>
        </p:sp>
        <p:sp>
          <p:nvSpPr>
            <p:cNvPr id="61" name="TextBox 60">
              <a:extLst>
                <a:ext uri="{FF2B5EF4-FFF2-40B4-BE49-F238E27FC236}">
                  <a16:creationId xmlns:a16="http://schemas.microsoft.com/office/drawing/2014/main" id="{2A58FA18-1B06-3BE1-1A20-32116AF7C0AA}"/>
                </a:ext>
              </a:extLst>
            </p:cNvPr>
            <p:cNvSpPr txBox="1"/>
            <p:nvPr/>
          </p:nvSpPr>
          <p:spPr>
            <a:xfrm>
              <a:off x="4486066" y="4459400"/>
              <a:ext cx="2971800" cy="292608"/>
            </a:xfrm>
            <a:prstGeom prst="rect">
              <a:avLst/>
            </a:prstGeom>
            <a:noFill/>
          </p:spPr>
          <p:txBody>
            <a:bodyPr wrap="square" lIns="18288" tIns="18288" rIns="18288" bIns="18288" anchor="t">
              <a:spAutoFit/>
            </a:bodyPr>
            <a:lstStyle/>
            <a:p>
              <a:pPr algn="l"/>
              <a:r>
                <a:rPr sz="1200" b="1" dirty="0">
                  <a:solidFill>
                    <a:srgbClr val="49DC9A"/>
                  </a:solidFill>
                  <a:latin typeface="Aptos"/>
                </a:rPr>
                <a:t>NO SAFE RECOVERY</a:t>
              </a:r>
            </a:p>
          </p:txBody>
        </p:sp>
        <p:sp>
          <p:nvSpPr>
            <p:cNvPr id="63" name="TextBox 62">
              <a:extLst>
                <a:ext uri="{FF2B5EF4-FFF2-40B4-BE49-F238E27FC236}">
                  <a16:creationId xmlns:a16="http://schemas.microsoft.com/office/drawing/2014/main" id="{BB7A7883-79C2-3DB4-23F7-4649DFDE4A5B}"/>
                </a:ext>
              </a:extLst>
            </p:cNvPr>
            <p:cNvSpPr txBox="1"/>
            <p:nvPr/>
          </p:nvSpPr>
          <p:spPr>
            <a:xfrm>
              <a:off x="8447517" y="4437350"/>
              <a:ext cx="2971800" cy="292608"/>
            </a:xfrm>
            <a:prstGeom prst="rect">
              <a:avLst/>
            </a:prstGeom>
            <a:noFill/>
          </p:spPr>
          <p:txBody>
            <a:bodyPr wrap="square" lIns="18288" tIns="18288" rIns="18288" bIns="18288" anchor="t">
              <a:spAutoFit/>
            </a:bodyPr>
            <a:lstStyle/>
            <a:p>
              <a:pPr algn="l"/>
              <a:r>
                <a:rPr sz="1200" b="1" dirty="0">
                  <a:solidFill>
                    <a:srgbClr val="3ED3FF"/>
                  </a:solidFill>
                  <a:latin typeface="Aptos"/>
                </a:rPr>
                <a:t>MODEL DEPENDENCE</a:t>
              </a:r>
            </a:p>
          </p:txBody>
        </p:sp>
        <p:sp>
          <p:nvSpPr>
            <p:cNvPr id="65" name="TextBox 64">
              <a:extLst>
                <a:ext uri="{FF2B5EF4-FFF2-40B4-BE49-F238E27FC236}">
                  <a16:creationId xmlns:a16="http://schemas.microsoft.com/office/drawing/2014/main" id="{3CDACD13-D7F4-325A-4094-CD00C055FA1C}"/>
                </a:ext>
              </a:extLst>
            </p:cNvPr>
            <p:cNvSpPr txBox="1"/>
            <p:nvPr/>
          </p:nvSpPr>
          <p:spPr>
            <a:xfrm>
              <a:off x="8447517" y="5029424"/>
              <a:ext cx="2944368" cy="467820"/>
            </a:xfrm>
            <a:prstGeom prst="rect">
              <a:avLst/>
            </a:prstGeom>
            <a:noFill/>
          </p:spPr>
          <p:txBody>
            <a:bodyPr wrap="square" lIns="18288" tIns="18288" rIns="18288" bIns="18288" anchor="t">
              <a:spAutoFit/>
            </a:bodyPr>
            <a:lstStyle/>
            <a:p>
              <a:pPr algn="l"/>
              <a:r>
                <a:rPr sz="1400" b="0" dirty="0">
                  <a:solidFill>
                    <a:srgbClr val="F2F6FC"/>
                  </a:solidFill>
                  <a:latin typeface="Aptos"/>
                </a:rPr>
                <a:t>Memory logic should work across different LLM providers.</a:t>
              </a:r>
            </a:p>
          </p:txBody>
        </p:sp>
      </p:grpSp>
      <p:sp>
        <p:nvSpPr>
          <p:cNvPr id="69" name="TextBox 68">
            <a:extLst>
              <a:ext uri="{FF2B5EF4-FFF2-40B4-BE49-F238E27FC236}">
                <a16:creationId xmlns:a16="http://schemas.microsoft.com/office/drawing/2014/main" id="{8A6DA637-BAA0-67F7-69E5-65ACABB65D2A}"/>
              </a:ext>
            </a:extLst>
          </p:cNvPr>
          <p:cNvSpPr txBox="1"/>
          <p:nvPr/>
        </p:nvSpPr>
        <p:spPr>
          <a:xfrm>
            <a:off x="0" y="1269823"/>
            <a:ext cx="11270800" cy="400110"/>
          </a:xfrm>
          <a:prstGeom prst="rect">
            <a:avLst/>
          </a:prstGeom>
          <a:noFill/>
        </p:spPr>
        <p:txBody>
          <a:bodyPr wrap="square">
            <a:spAutoFit/>
          </a:bodyPr>
          <a:lstStyle/>
          <a:p>
            <a:r>
              <a:rPr lang="en-IN" sz="2000" b="1" dirty="0">
                <a:solidFill>
                  <a:schemeClr val="accent1">
                    <a:lumMod val="50000"/>
                  </a:schemeClr>
                </a:solidFill>
              </a:rPr>
              <a:t>“AI decides what to remember, what to summarize, and what to forget — with the user in control</a:t>
            </a:r>
          </a:p>
        </p:txBody>
      </p:sp>
    </p:spTree>
    <p:extLst>
      <p:ext uri="{BB962C8B-B14F-4D97-AF65-F5344CB8AC3E}">
        <p14:creationId xmlns:p14="http://schemas.microsoft.com/office/powerpoint/2010/main" val="260831236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9AFC5-699D-64A0-0719-F172E59D9B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D05C55-8623-350C-533F-7AB4A0F632C7}"/>
              </a:ext>
            </a:extLst>
          </p:cNvPr>
          <p:cNvSpPr>
            <a:spLocks noGrp="1"/>
          </p:cNvSpPr>
          <p:nvPr>
            <p:ph type="title"/>
          </p:nvPr>
        </p:nvSpPr>
        <p:spPr>
          <a:xfrm>
            <a:off x="464000" y="257165"/>
            <a:ext cx="11270800" cy="546360"/>
          </a:xfrm>
        </p:spPr>
        <p:txBody>
          <a:bodyPr/>
          <a:lstStyle/>
          <a:p>
            <a:r>
              <a:rPr lang="en-IN" dirty="0"/>
              <a:t>Concept / Proposed Solution </a:t>
            </a:r>
            <a:endParaRPr lang="en-US" dirty="0"/>
          </a:p>
        </p:txBody>
      </p:sp>
      <p:pic>
        <p:nvPicPr>
          <p:cNvPr id="5" name="Picture 4">
            <a:extLst>
              <a:ext uri="{FF2B5EF4-FFF2-40B4-BE49-F238E27FC236}">
                <a16:creationId xmlns:a16="http://schemas.microsoft.com/office/drawing/2014/main" id="{82B73C1F-9563-1280-FE2D-53B03B00978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37301" y="243840"/>
            <a:ext cx="1790699" cy="488373"/>
          </a:xfrm>
          <a:prstGeom prst="rect">
            <a:avLst/>
          </a:prstGeom>
        </p:spPr>
      </p:pic>
      <p:grpSp>
        <p:nvGrpSpPr>
          <p:cNvPr id="17" name="Group 16">
            <a:extLst>
              <a:ext uri="{FF2B5EF4-FFF2-40B4-BE49-F238E27FC236}">
                <a16:creationId xmlns:a16="http://schemas.microsoft.com/office/drawing/2014/main" id="{841B3C42-68A9-D888-23BE-AF322B0E49A6}"/>
              </a:ext>
            </a:extLst>
          </p:cNvPr>
          <p:cNvGrpSpPr/>
          <p:nvPr/>
        </p:nvGrpSpPr>
        <p:grpSpPr>
          <a:xfrm>
            <a:off x="306534" y="5172735"/>
            <a:ext cx="11270799" cy="1386832"/>
            <a:chOff x="502920" y="1572768"/>
            <a:chExt cx="11265408" cy="1965960"/>
          </a:xfrm>
          <a:solidFill>
            <a:schemeClr val="tx2"/>
          </a:solidFill>
        </p:grpSpPr>
        <p:sp>
          <p:nvSpPr>
            <p:cNvPr id="18" name="Rounded Rectangle 4">
              <a:extLst>
                <a:ext uri="{FF2B5EF4-FFF2-40B4-BE49-F238E27FC236}">
                  <a16:creationId xmlns:a16="http://schemas.microsoft.com/office/drawing/2014/main" id="{478AD349-4087-3927-09C8-EB2916B12B91}"/>
                </a:ext>
              </a:extLst>
            </p:cNvPr>
            <p:cNvSpPr/>
            <p:nvPr/>
          </p:nvSpPr>
          <p:spPr>
            <a:xfrm>
              <a:off x="502920" y="1572768"/>
              <a:ext cx="1664208" cy="1965960"/>
            </a:xfrm>
            <a:prstGeom prst="roundRect">
              <a:avLst/>
            </a:prstGeom>
            <a:grpFill/>
            <a:ln w="12700">
              <a:solidFill>
                <a:srgbClr val="3ED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5AF8BC9D-7F0D-5E9E-23FD-A79E88861B59}"/>
                </a:ext>
              </a:extLst>
            </p:cNvPr>
            <p:cNvSpPr txBox="1"/>
            <p:nvPr/>
          </p:nvSpPr>
          <p:spPr>
            <a:xfrm>
              <a:off x="649224" y="1737360"/>
              <a:ext cx="411480" cy="256032"/>
            </a:xfrm>
            <a:prstGeom prst="rect">
              <a:avLst/>
            </a:prstGeom>
            <a:grpFill/>
          </p:spPr>
          <p:txBody>
            <a:bodyPr wrap="square" lIns="18288" tIns="18288" rIns="18288" bIns="18288" anchor="t">
              <a:spAutoFit/>
            </a:bodyPr>
            <a:lstStyle/>
            <a:p>
              <a:pPr algn="l"/>
              <a:r>
                <a:rPr sz="1000" b="1">
                  <a:solidFill>
                    <a:srgbClr val="3ED3FF"/>
                  </a:solidFill>
                  <a:latin typeface="Aptos"/>
                </a:rPr>
                <a:t>01</a:t>
              </a:r>
            </a:p>
          </p:txBody>
        </p:sp>
        <p:sp>
          <p:nvSpPr>
            <p:cNvPr id="20" name="TextBox 19">
              <a:extLst>
                <a:ext uri="{FF2B5EF4-FFF2-40B4-BE49-F238E27FC236}">
                  <a16:creationId xmlns:a16="http://schemas.microsoft.com/office/drawing/2014/main" id="{829306E2-52A8-FF18-F93F-2835F309ACF4}"/>
                </a:ext>
              </a:extLst>
            </p:cNvPr>
            <p:cNvSpPr txBox="1"/>
            <p:nvPr/>
          </p:nvSpPr>
          <p:spPr>
            <a:xfrm>
              <a:off x="649224" y="2103120"/>
              <a:ext cx="1353312" cy="320040"/>
            </a:xfrm>
            <a:prstGeom prst="rect">
              <a:avLst/>
            </a:prstGeom>
            <a:grpFill/>
          </p:spPr>
          <p:txBody>
            <a:bodyPr wrap="square" lIns="18288" tIns="18288" rIns="18288" bIns="18288" anchor="t">
              <a:spAutoFit/>
            </a:bodyPr>
            <a:lstStyle/>
            <a:p>
              <a:pPr algn="l"/>
              <a:r>
                <a:rPr sz="1300" b="1">
                  <a:solidFill>
                    <a:srgbClr val="F2F6FC"/>
                  </a:solidFill>
                  <a:latin typeface="Aptos"/>
                </a:rPr>
                <a:t>INGEST</a:t>
              </a:r>
            </a:p>
          </p:txBody>
        </p:sp>
        <p:sp>
          <p:nvSpPr>
            <p:cNvPr id="21" name="TextBox 20">
              <a:extLst>
                <a:ext uri="{FF2B5EF4-FFF2-40B4-BE49-F238E27FC236}">
                  <a16:creationId xmlns:a16="http://schemas.microsoft.com/office/drawing/2014/main" id="{0BBE6FF9-C760-0F61-FC39-839828114DAC}"/>
                </a:ext>
              </a:extLst>
            </p:cNvPr>
            <p:cNvSpPr txBox="1"/>
            <p:nvPr/>
          </p:nvSpPr>
          <p:spPr>
            <a:xfrm>
              <a:off x="649224" y="2542032"/>
              <a:ext cx="1353312" cy="658368"/>
            </a:xfrm>
            <a:prstGeom prst="rect">
              <a:avLst/>
            </a:prstGeom>
            <a:grpFill/>
          </p:spPr>
          <p:txBody>
            <a:bodyPr wrap="square" lIns="18288" tIns="18288" rIns="18288" bIns="18288" anchor="t">
              <a:spAutoFit/>
            </a:bodyPr>
            <a:lstStyle/>
            <a:p>
              <a:pPr algn="l"/>
              <a:r>
                <a:rPr sz="1050" b="0" dirty="0">
                  <a:solidFill>
                    <a:srgbClr val="A6B5CD"/>
                  </a:solidFill>
                  <a:latin typeface="Aptos"/>
                </a:rPr>
                <a:t>New message / tool result</a:t>
              </a:r>
            </a:p>
          </p:txBody>
        </p:sp>
        <p:cxnSp>
          <p:nvCxnSpPr>
            <p:cNvPr id="22" name="Connector 8">
              <a:extLst>
                <a:ext uri="{FF2B5EF4-FFF2-40B4-BE49-F238E27FC236}">
                  <a16:creationId xmlns:a16="http://schemas.microsoft.com/office/drawing/2014/main" id="{FDF01789-339F-935C-44E1-7F0688254F1A}"/>
                </a:ext>
              </a:extLst>
            </p:cNvPr>
            <p:cNvCxnSpPr/>
            <p:nvPr/>
          </p:nvCxnSpPr>
          <p:spPr>
            <a:xfrm>
              <a:off x="2167128" y="2560320"/>
              <a:ext cx="256032" cy="0"/>
            </a:xfrm>
            <a:prstGeom prst="line">
              <a:avLst/>
            </a:prstGeom>
            <a:grpFill/>
            <a:ln w="22860">
              <a:solidFill>
                <a:srgbClr val="3ED3FF"/>
              </a:solidFill>
            </a:ln>
          </p:spPr>
          <p:style>
            <a:lnRef idx="2">
              <a:schemeClr val="accent1"/>
            </a:lnRef>
            <a:fillRef idx="0">
              <a:schemeClr val="accent1"/>
            </a:fillRef>
            <a:effectRef idx="1">
              <a:schemeClr val="accent1"/>
            </a:effectRef>
            <a:fontRef idx="minor">
              <a:schemeClr val="tx1"/>
            </a:fontRef>
          </p:style>
        </p:cxnSp>
        <p:sp>
          <p:nvSpPr>
            <p:cNvPr id="23" name="Rounded Rectangle 9">
              <a:extLst>
                <a:ext uri="{FF2B5EF4-FFF2-40B4-BE49-F238E27FC236}">
                  <a16:creationId xmlns:a16="http://schemas.microsoft.com/office/drawing/2014/main" id="{53758192-66DC-F2DC-B8B9-E38B9131A3EC}"/>
                </a:ext>
              </a:extLst>
            </p:cNvPr>
            <p:cNvSpPr/>
            <p:nvPr/>
          </p:nvSpPr>
          <p:spPr>
            <a:xfrm>
              <a:off x="2423160" y="1572768"/>
              <a:ext cx="1664208" cy="1965960"/>
            </a:xfrm>
            <a:prstGeom prst="roundRect">
              <a:avLst/>
            </a:prstGeom>
            <a:grpFill/>
            <a:ln w="12700">
              <a:solidFill>
                <a:srgbClr val="49D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a:extLst>
                <a:ext uri="{FF2B5EF4-FFF2-40B4-BE49-F238E27FC236}">
                  <a16:creationId xmlns:a16="http://schemas.microsoft.com/office/drawing/2014/main" id="{162F331A-3445-A42C-A531-CECF83ACDFAB}"/>
                </a:ext>
              </a:extLst>
            </p:cNvPr>
            <p:cNvSpPr txBox="1"/>
            <p:nvPr/>
          </p:nvSpPr>
          <p:spPr>
            <a:xfrm>
              <a:off x="2569464" y="1737360"/>
              <a:ext cx="411480" cy="256032"/>
            </a:xfrm>
            <a:prstGeom prst="rect">
              <a:avLst/>
            </a:prstGeom>
            <a:grpFill/>
          </p:spPr>
          <p:txBody>
            <a:bodyPr wrap="square" lIns="18288" tIns="18288" rIns="18288" bIns="18288" anchor="t">
              <a:spAutoFit/>
            </a:bodyPr>
            <a:lstStyle/>
            <a:p>
              <a:pPr algn="l"/>
              <a:r>
                <a:rPr sz="1000" b="1" dirty="0">
                  <a:solidFill>
                    <a:srgbClr val="49DC9A"/>
                  </a:solidFill>
                  <a:latin typeface="Aptos"/>
                </a:rPr>
                <a:t>02</a:t>
              </a:r>
            </a:p>
          </p:txBody>
        </p:sp>
        <p:sp>
          <p:nvSpPr>
            <p:cNvPr id="25" name="TextBox 24">
              <a:extLst>
                <a:ext uri="{FF2B5EF4-FFF2-40B4-BE49-F238E27FC236}">
                  <a16:creationId xmlns:a16="http://schemas.microsoft.com/office/drawing/2014/main" id="{3E2BCE06-EA12-FE53-0EF1-F47007827A77}"/>
                </a:ext>
              </a:extLst>
            </p:cNvPr>
            <p:cNvSpPr txBox="1"/>
            <p:nvPr/>
          </p:nvSpPr>
          <p:spPr>
            <a:xfrm>
              <a:off x="2569464" y="2103120"/>
              <a:ext cx="1353312" cy="320040"/>
            </a:xfrm>
            <a:prstGeom prst="rect">
              <a:avLst/>
            </a:prstGeom>
            <a:grpFill/>
          </p:spPr>
          <p:txBody>
            <a:bodyPr wrap="square" lIns="18288" tIns="18288" rIns="18288" bIns="18288" anchor="t">
              <a:spAutoFit/>
            </a:bodyPr>
            <a:lstStyle/>
            <a:p>
              <a:pPr algn="l"/>
              <a:r>
                <a:rPr sz="1300" b="1" dirty="0">
                  <a:solidFill>
                    <a:srgbClr val="F2F6FC"/>
                  </a:solidFill>
                  <a:latin typeface="Aptos"/>
                </a:rPr>
                <a:t>SCORE</a:t>
              </a:r>
            </a:p>
          </p:txBody>
        </p:sp>
        <p:sp>
          <p:nvSpPr>
            <p:cNvPr id="26" name="TextBox 25">
              <a:extLst>
                <a:ext uri="{FF2B5EF4-FFF2-40B4-BE49-F238E27FC236}">
                  <a16:creationId xmlns:a16="http://schemas.microsoft.com/office/drawing/2014/main" id="{D3212C99-57F7-350A-8C99-5EFFCF5F9A0A}"/>
                </a:ext>
              </a:extLst>
            </p:cNvPr>
            <p:cNvSpPr txBox="1"/>
            <p:nvPr/>
          </p:nvSpPr>
          <p:spPr>
            <a:xfrm>
              <a:off x="2569464" y="2542032"/>
              <a:ext cx="1353312" cy="658368"/>
            </a:xfrm>
            <a:prstGeom prst="rect">
              <a:avLst/>
            </a:prstGeom>
            <a:grpFill/>
          </p:spPr>
          <p:txBody>
            <a:bodyPr wrap="square" lIns="18288" tIns="18288" rIns="18288" bIns="18288" anchor="t">
              <a:spAutoFit/>
            </a:bodyPr>
            <a:lstStyle/>
            <a:p>
              <a:pPr algn="l"/>
              <a:r>
                <a:rPr sz="1050" b="0" dirty="0">
                  <a:solidFill>
                    <a:srgbClr val="A6B5CD"/>
                  </a:solidFill>
                  <a:latin typeface="Aptos"/>
                </a:rPr>
                <a:t>Relevance • durability • sensitivity</a:t>
              </a:r>
            </a:p>
          </p:txBody>
        </p:sp>
        <p:cxnSp>
          <p:nvCxnSpPr>
            <p:cNvPr id="27" name="Connector 13">
              <a:extLst>
                <a:ext uri="{FF2B5EF4-FFF2-40B4-BE49-F238E27FC236}">
                  <a16:creationId xmlns:a16="http://schemas.microsoft.com/office/drawing/2014/main" id="{5D3F533E-AE13-09DA-DD32-E1B803DA6DBB}"/>
                </a:ext>
              </a:extLst>
            </p:cNvPr>
            <p:cNvCxnSpPr/>
            <p:nvPr/>
          </p:nvCxnSpPr>
          <p:spPr>
            <a:xfrm>
              <a:off x="4087368" y="2560320"/>
              <a:ext cx="256032" cy="0"/>
            </a:xfrm>
            <a:prstGeom prst="line">
              <a:avLst/>
            </a:prstGeom>
            <a:grpFill/>
            <a:ln w="22860">
              <a:solidFill>
                <a:srgbClr val="3ED3FF"/>
              </a:solidFill>
            </a:ln>
          </p:spPr>
          <p:style>
            <a:lnRef idx="2">
              <a:schemeClr val="accent1"/>
            </a:lnRef>
            <a:fillRef idx="0">
              <a:schemeClr val="accent1"/>
            </a:fillRef>
            <a:effectRef idx="1">
              <a:schemeClr val="accent1"/>
            </a:effectRef>
            <a:fontRef idx="minor">
              <a:schemeClr val="tx1"/>
            </a:fontRef>
          </p:style>
        </p:cxnSp>
        <p:sp>
          <p:nvSpPr>
            <p:cNvPr id="28" name="Rounded Rectangle 14">
              <a:extLst>
                <a:ext uri="{FF2B5EF4-FFF2-40B4-BE49-F238E27FC236}">
                  <a16:creationId xmlns:a16="http://schemas.microsoft.com/office/drawing/2014/main" id="{AC8D2213-C3EB-C024-68B8-033CBDCA8ABC}"/>
                </a:ext>
              </a:extLst>
            </p:cNvPr>
            <p:cNvSpPr/>
            <p:nvPr/>
          </p:nvSpPr>
          <p:spPr>
            <a:xfrm>
              <a:off x="4343400" y="1572768"/>
              <a:ext cx="1664208" cy="1965960"/>
            </a:xfrm>
            <a:prstGeom prst="roundRect">
              <a:avLst/>
            </a:prstGeom>
            <a:grpFill/>
            <a:ln w="12700">
              <a:solidFill>
                <a:srgbClr val="FFB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a:extLst>
                <a:ext uri="{FF2B5EF4-FFF2-40B4-BE49-F238E27FC236}">
                  <a16:creationId xmlns:a16="http://schemas.microsoft.com/office/drawing/2014/main" id="{2CC75AD7-10DF-E635-266C-2F0014A8E885}"/>
                </a:ext>
              </a:extLst>
            </p:cNvPr>
            <p:cNvSpPr txBox="1"/>
            <p:nvPr/>
          </p:nvSpPr>
          <p:spPr>
            <a:xfrm>
              <a:off x="4489704" y="1737360"/>
              <a:ext cx="411480" cy="256032"/>
            </a:xfrm>
            <a:prstGeom prst="rect">
              <a:avLst/>
            </a:prstGeom>
            <a:grpFill/>
          </p:spPr>
          <p:txBody>
            <a:bodyPr wrap="square" lIns="18288" tIns="18288" rIns="18288" bIns="18288" anchor="t">
              <a:spAutoFit/>
            </a:bodyPr>
            <a:lstStyle/>
            <a:p>
              <a:pPr algn="l"/>
              <a:r>
                <a:rPr sz="1000" b="1">
                  <a:solidFill>
                    <a:srgbClr val="FFB24F"/>
                  </a:solidFill>
                  <a:latin typeface="Aptos"/>
                </a:rPr>
                <a:t>03</a:t>
              </a:r>
            </a:p>
          </p:txBody>
        </p:sp>
        <p:sp>
          <p:nvSpPr>
            <p:cNvPr id="30" name="TextBox 29">
              <a:extLst>
                <a:ext uri="{FF2B5EF4-FFF2-40B4-BE49-F238E27FC236}">
                  <a16:creationId xmlns:a16="http://schemas.microsoft.com/office/drawing/2014/main" id="{8344D77D-0CA0-8931-4959-CDF0DA01CFFC}"/>
                </a:ext>
              </a:extLst>
            </p:cNvPr>
            <p:cNvSpPr txBox="1"/>
            <p:nvPr/>
          </p:nvSpPr>
          <p:spPr>
            <a:xfrm>
              <a:off x="4489704" y="2103120"/>
              <a:ext cx="1353312" cy="320040"/>
            </a:xfrm>
            <a:prstGeom prst="rect">
              <a:avLst/>
            </a:prstGeom>
            <a:grpFill/>
          </p:spPr>
          <p:txBody>
            <a:bodyPr wrap="square" lIns="18288" tIns="18288" rIns="18288" bIns="18288" anchor="t">
              <a:spAutoFit/>
            </a:bodyPr>
            <a:lstStyle/>
            <a:p>
              <a:pPr algn="l"/>
              <a:r>
                <a:rPr sz="1300" b="1">
                  <a:solidFill>
                    <a:srgbClr val="F2F6FC"/>
                  </a:solidFill>
                  <a:latin typeface="Aptos"/>
                </a:rPr>
                <a:t>DECIDE</a:t>
              </a:r>
            </a:p>
          </p:txBody>
        </p:sp>
        <p:sp>
          <p:nvSpPr>
            <p:cNvPr id="31" name="TextBox 30">
              <a:extLst>
                <a:ext uri="{FF2B5EF4-FFF2-40B4-BE49-F238E27FC236}">
                  <a16:creationId xmlns:a16="http://schemas.microsoft.com/office/drawing/2014/main" id="{3E4249F7-F06A-E65E-72A9-4DC0157B3FA8}"/>
                </a:ext>
              </a:extLst>
            </p:cNvPr>
            <p:cNvSpPr txBox="1"/>
            <p:nvPr/>
          </p:nvSpPr>
          <p:spPr>
            <a:xfrm>
              <a:off x="4489704" y="2542032"/>
              <a:ext cx="1353312" cy="658368"/>
            </a:xfrm>
            <a:prstGeom prst="rect">
              <a:avLst/>
            </a:prstGeom>
            <a:grpFill/>
          </p:spPr>
          <p:txBody>
            <a:bodyPr wrap="square" lIns="18288" tIns="18288" rIns="18288" bIns="18288" anchor="t">
              <a:spAutoFit/>
            </a:bodyPr>
            <a:lstStyle/>
            <a:p>
              <a:pPr algn="l"/>
              <a:r>
                <a:rPr sz="1050" b="0">
                  <a:solidFill>
                    <a:srgbClr val="A6B5CD"/>
                  </a:solidFill>
                  <a:latin typeface="Aptos"/>
                </a:rPr>
                <a:t>Keep • summarize • discard</a:t>
              </a:r>
            </a:p>
          </p:txBody>
        </p:sp>
        <p:cxnSp>
          <p:nvCxnSpPr>
            <p:cNvPr id="32" name="Connector 18">
              <a:extLst>
                <a:ext uri="{FF2B5EF4-FFF2-40B4-BE49-F238E27FC236}">
                  <a16:creationId xmlns:a16="http://schemas.microsoft.com/office/drawing/2014/main" id="{9D038D50-8B07-BC8B-BB76-2B2E91E7AB14}"/>
                </a:ext>
              </a:extLst>
            </p:cNvPr>
            <p:cNvCxnSpPr/>
            <p:nvPr/>
          </p:nvCxnSpPr>
          <p:spPr>
            <a:xfrm>
              <a:off x="6007608" y="2560320"/>
              <a:ext cx="256032" cy="0"/>
            </a:xfrm>
            <a:prstGeom prst="line">
              <a:avLst/>
            </a:prstGeom>
            <a:grpFill/>
            <a:ln w="22860">
              <a:solidFill>
                <a:srgbClr val="3ED3FF"/>
              </a:solidFill>
            </a:ln>
          </p:spPr>
          <p:style>
            <a:lnRef idx="2">
              <a:schemeClr val="accent1"/>
            </a:lnRef>
            <a:fillRef idx="0">
              <a:schemeClr val="accent1"/>
            </a:fillRef>
            <a:effectRef idx="1">
              <a:schemeClr val="accent1"/>
            </a:effectRef>
            <a:fontRef idx="minor">
              <a:schemeClr val="tx1"/>
            </a:fontRef>
          </p:style>
        </p:cxnSp>
        <p:sp>
          <p:nvSpPr>
            <p:cNvPr id="33" name="Rounded Rectangle 19">
              <a:extLst>
                <a:ext uri="{FF2B5EF4-FFF2-40B4-BE49-F238E27FC236}">
                  <a16:creationId xmlns:a16="http://schemas.microsoft.com/office/drawing/2014/main" id="{B4B5B307-CFCE-871D-A8DB-F8F67F976594}"/>
                </a:ext>
              </a:extLst>
            </p:cNvPr>
            <p:cNvSpPr/>
            <p:nvPr/>
          </p:nvSpPr>
          <p:spPr>
            <a:xfrm>
              <a:off x="6263640" y="1572768"/>
              <a:ext cx="1664208" cy="1965960"/>
            </a:xfrm>
            <a:prstGeom prst="roundRect">
              <a:avLst/>
            </a:prstGeom>
            <a:grpFill/>
            <a:ln w="12700">
              <a:solidFill>
                <a:srgbClr val="A57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a:extLst>
                <a:ext uri="{FF2B5EF4-FFF2-40B4-BE49-F238E27FC236}">
                  <a16:creationId xmlns:a16="http://schemas.microsoft.com/office/drawing/2014/main" id="{7515739C-4E12-AD45-F3AE-A302B1D02A23}"/>
                </a:ext>
              </a:extLst>
            </p:cNvPr>
            <p:cNvSpPr txBox="1"/>
            <p:nvPr/>
          </p:nvSpPr>
          <p:spPr>
            <a:xfrm>
              <a:off x="6409944" y="1737360"/>
              <a:ext cx="411480" cy="256032"/>
            </a:xfrm>
            <a:prstGeom prst="rect">
              <a:avLst/>
            </a:prstGeom>
            <a:grpFill/>
          </p:spPr>
          <p:txBody>
            <a:bodyPr wrap="square" lIns="18288" tIns="18288" rIns="18288" bIns="18288" anchor="t">
              <a:spAutoFit/>
            </a:bodyPr>
            <a:lstStyle/>
            <a:p>
              <a:pPr algn="l"/>
              <a:r>
                <a:rPr sz="1000" b="1">
                  <a:solidFill>
                    <a:srgbClr val="A57DFF"/>
                  </a:solidFill>
                  <a:latin typeface="Aptos"/>
                </a:rPr>
                <a:t>04</a:t>
              </a:r>
            </a:p>
          </p:txBody>
        </p:sp>
        <p:sp>
          <p:nvSpPr>
            <p:cNvPr id="35" name="TextBox 34">
              <a:extLst>
                <a:ext uri="{FF2B5EF4-FFF2-40B4-BE49-F238E27FC236}">
                  <a16:creationId xmlns:a16="http://schemas.microsoft.com/office/drawing/2014/main" id="{AB4723A9-6E1D-7511-6E09-19CE1C968FC5}"/>
                </a:ext>
              </a:extLst>
            </p:cNvPr>
            <p:cNvSpPr txBox="1"/>
            <p:nvPr/>
          </p:nvSpPr>
          <p:spPr>
            <a:xfrm>
              <a:off x="6409944" y="2103120"/>
              <a:ext cx="1353312" cy="320040"/>
            </a:xfrm>
            <a:prstGeom prst="rect">
              <a:avLst/>
            </a:prstGeom>
            <a:grpFill/>
          </p:spPr>
          <p:txBody>
            <a:bodyPr wrap="square" lIns="18288" tIns="18288" rIns="18288" bIns="18288" anchor="t">
              <a:spAutoFit/>
            </a:bodyPr>
            <a:lstStyle/>
            <a:p>
              <a:pPr algn="l"/>
              <a:r>
                <a:rPr sz="1300" b="1">
                  <a:solidFill>
                    <a:srgbClr val="F2F6FC"/>
                  </a:solidFill>
                  <a:latin typeface="Aptos"/>
                </a:rPr>
                <a:t>VERSION</a:t>
              </a:r>
            </a:p>
          </p:txBody>
        </p:sp>
        <p:sp>
          <p:nvSpPr>
            <p:cNvPr id="36" name="TextBox 35">
              <a:extLst>
                <a:ext uri="{FF2B5EF4-FFF2-40B4-BE49-F238E27FC236}">
                  <a16:creationId xmlns:a16="http://schemas.microsoft.com/office/drawing/2014/main" id="{42FA58AF-1A16-D056-4EC9-0EEE7743BDCD}"/>
                </a:ext>
              </a:extLst>
            </p:cNvPr>
            <p:cNvSpPr txBox="1"/>
            <p:nvPr/>
          </p:nvSpPr>
          <p:spPr>
            <a:xfrm>
              <a:off x="6409944" y="2542032"/>
              <a:ext cx="1353312" cy="658368"/>
            </a:xfrm>
            <a:prstGeom prst="rect">
              <a:avLst/>
            </a:prstGeom>
            <a:grpFill/>
          </p:spPr>
          <p:txBody>
            <a:bodyPr wrap="square" lIns="18288" tIns="18288" rIns="18288" bIns="18288" anchor="t">
              <a:spAutoFit/>
            </a:bodyPr>
            <a:lstStyle/>
            <a:p>
              <a:pPr algn="l"/>
              <a:r>
                <a:rPr sz="1050" b="0">
                  <a:solidFill>
                    <a:srgbClr val="A6B5CD"/>
                  </a:solidFill>
                  <a:latin typeface="Aptos"/>
                </a:rPr>
                <a:t>Save decision + rationale</a:t>
              </a:r>
            </a:p>
          </p:txBody>
        </p:sp>
        <p:cxnSp>
          <p:nvCxnSpPr>
            <p:cNvPr id="37" name="Connector 23">
              <a:extLst>
                <a:ext uri="{FF2B5EF4-FFF2-40B4-BE49-F238E27FC236}">
                  <a16:creationId xmlns:a16="http://schemas.microsoft.com/office/drawing/2014/main" id="{E6AD9FDA-69A0-96F8-26A9-CCA78F692135}"/>
                </a:ext>
              </a:extLst>
            </p:cNvPr>
            <p:cNvCxnSpPr/>
            <p:nvPr/>
          </p:nvCxnSpPr>
          <p:spPr>
            <a:xfrm>
              <a:off x="7927848" y="2560320"/>
              <a:ext cx="256032" cy="0"/>
            </a:xfrm>
            <a:prstGeom prst="line">
              <a:avLst/>
            </a:prstGeom>
            <a:grpFill/>
            <a:ln w="22860">
              <a:solidFill>
                <a:srgbClr val="3ED3FF"/>
              </a:solidFill>
            </a:ln>
          </p:spPr>
          <p:style>
            <a:lnRef idx="2">
              <a:schemeClr val="accent1"/>
            </a:lnRef>
            <a:fillRef idx="0">
              <a:schemeClr val="accent1"/>
            </a:fillRef>
            <a:effectRef idx="1">
              <a:schemeClr val="accent1"/>
            </a:effectRef>
            <a:fontRef idx="minor">
              <a:schemeClr val="tx1"/>
            </a:fontRef>
          </p:style>
        </p:cxnSp>
        <p:sp>
          <p:nvSpPr>
            <p:cNvPr id="38" name="Rounded Rectangle 24">
              <a:extLst>
                <a:ext uri="{FF2B5EF4-FFF2-40B4-BE49-F238E27FC236}">
                  <a16:creationId xmlns:a16="http://schemas.microsoft.com/office/drawing/2014/main" id="{7185B1B8-05B4-4209-7353-CECAA32AC29C}"/>
                </a:ext>
              </a:extLst>
            </p:cNvPr>
            <p:cNvSpPr/>
            <p:nvPr/>
          </p:nvSpPr>
          <p:spPr>
            <a:xfrm>
              <a:off x="8183880" y="1572768"/>
              <a:ext cx="1664208" cy="1965960"/>
            </a:xfrm>
            <a:prstGeom prst="roundRect">
              <a:avLst/>
            </a:prstGeom>
            <a:grpFill/>
            <a:ln w="12700">
              <a:solidFill>
                <a:srgbClr val="3ED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a:extLst>
                <a:ext uri="{FF2B5EF4-FFF2-40B4-BE49-F238E27FC236}">
                  <a16:creationId xmlns:a16="http://schemas.microsoft.com/office/drawing/2014/main" id="{2604D804-FC31-4A12-543A-111397B1E415}"/>
                </a:ext>
              </a:extLst>
            </p:cNvPr>
            <p:cNvSpPr txBox="1"/>
            <p:nvPr/>
          </p:nvSpPr>
          <p:spPr>
            <a:xfrm>
              <a:off x="8330184" y="1737360"/>
              <a:ext cx="411480" cy="256032"/>
            </a:xfrm>
            <a:prstGeom prst="rect">
              <a:avLst/>
            </a:prstGeom>
            <a:grpFill/>
          </p:spPr>
          <p:txBody>
            <a:bodyPr wrap="square" lIns="18288" tIns="18288" rIns="18288" bIns="18288" anchor="t">
              <a:spAutoFit/>
            </a:bodyPr>
            <a:lstStyle/>
            <a:p>
              <a:pPr algn="l"/>
              <a:r>
                <a:rPr sz="1000" b="1">
                  <a:solidFill>
                    <a:srgbClr val="3ED3FF"/>
                  </a:solidFill>
                  <a:latin typeface="Aptos"/>
                </a:rPr>
                <a:t>05</a:t>
              </a:r>
            </a:p>
          </p:txBody>
        </p:sp>
        <p:sp>
          <p:nvSpPr>
            <p:cNvPr id="40" name="TextBox 39">
              <a:extLst>
                <a:ext uri="{FF2B5EF4-FFF2-40B4-BE49-F238E27FC236}">
                  <a16:creationId xmlns:a16="http://schemas.microsoft.com/office/drawing/2014/main" id="{B43823D6-1A78-6A85-A0B3-D5D3D13AB606}"/>
                </a:ext>
              </a:extLst>
            </p:cNvPr>
            <p:cNvSpPr txBox="1"/>
            <p:nvPr/>
          </p:nvSpPr>
          <p:spPr>
            <a:xfrm>
              <a:off x="8330184" y="2103120"/>
              <a:ext cx="1353312" cy="320040"/>
            </a:xfrm>
            <a:prstGeom prst="rect">
              <a:avLst/>
            </a:prstGeom>
            <a:grpFill/>
          </p:spPr>
          <p:txBody>
            <a:bodyPr wrap="square" lIns="18288" tIns="18288" rIns="18288" bIns="18288" anchor="t">
              <a:spAutoFit/>
            </a:bodyPr>
            <a:lstStyle/>
            <a:p>
              <a:pPr algn="l"/>
              <a:r>
                <a:rPr sz="1300" b="1">
                  <a:solidFill>
                    <a:srgbClr val="F2F6FC"/>
                  </a:solidFill>
                  <a:latin typeface="Aptos"/>
                </a:rPr>
                <a:t>RETRIEVE</a:t>
              </a:r>
            </a:p>
          </p:txBody>
        </p:sp>
        <p:sp>
          <p:nvSpPr>
            <p:cNvPr id="41" name="TextBox 40">
              <a:extLst>
                <a:ext uri="{FF2B5EF4-FFF2-40B4-BE49-F238E27FC236}">
                  <a16:creationId xmlns:a16="http://schemas.microsoft.com/office/drawing/2014/main" id="{1CF26DB6-5D7C-D9F7-789B-9274C2EEE645}"/>
                </a:ext>
              </a:extLst>
            </p:cNvPr>
            <p:cNvSpPr txBox="1"/>
            <p:nvPr/>
          </p:nvSpPr>
          <p:spPr>
            <a:xfrm>
              <a:off x="8330184" y="2542032"/>
              <a:ext cx="1353312" cy="658368"/>
            </a:xfrm>
            <a:prstGeom prst="rect">
              <a:avLst/>
            </a:prstGeom>
            <a:grpFill/>
          </p:spPr>
          <p:txBody>
            <a:bodyPr wrap="square" lIns="18288" tIns="18288" rIns="18288" bIns="18288" anchor="t">
              <a:spAutoFit/>
            </a:bodyPr>
            <a:lstStyle/>
            <a:p>
              <a:pPr algn="l"/>
              <a:r>
                <a:rPr sz="1050" b="0">
                  <a:solidFill>
                    <a:srgbClr val="A6B5CD"/>
                  </a:solidFill>
                  <a:latin typeface="Aptos"/>
                </a:rPr>
                <a:t>Select task-relevant memory</a:t>
              </a:r>
            </a:p>
          </p:txBody>
        </p:sp>
        <p:cxnSp>
          <p:nvCxnSpPr>
            <p:cNvPr id="42" name="Connector 28">
              <a:extLst>
                <a:ext uri="{FF2B5EF4-FFF2-40B4-BE49-F238E27FC236}">
                  <a16:creationId xmlns:a16="http://schemas.microsoft.com/office/drawing/2014/main" id="{6445AE0F-DBFE-F172-4B53-BFDB0152A715}"/>
                </a:ext>
              </a:extLst>
            </p:cNvPr>
            <p:cNvCxnSpPr/>
            <p:nvPr/>
          </p:nvCxnSpPr>
          <p:spPr>
            <a:xfrm>
              <a:off x="9848088" y="2560320"/>
              <a:ext cx="256032" cy="0"/>
            </a:xfrm>
            <a:prstGeom prst="line">
              <a:avLst/>
            </a:prstGeom>
            <a:grpFill/>
            <a:ln w="22860">
              <a:solidFill>
                <a:srgbClr val="3ED3FF"/>
              </a:solidFill>
            </a:ln>
          </p:spPr>
          <p:style>
            <a:lnRef idx="2">
              <a:schemeClr val="accent1"/>
            </a:lnRef>
            <a:fillRef idx="0">
              <a:schemeClr val="accent1"/>
            </a:fillRef>
            <a:effectRef idx="1">
              <a:schemeClr val="accent1"/>
            </a:effectRef>
            <a:fontRef idx="minor">
              <a:schemeClr val="tx1"/>
            </a:fontRef>
          </p:style>
        </p:cxnSp>
        <p:sp>
          <p:nvSpPr>
            <p:cNvPr id="43" name="Rounded Rectangle 29">
              <a:extLst>
                <a:ext uri="{FF2B5EF4-FFF2-40B4-BE49-F238E27FC236}">
                  <a16:creationId xmlns:a16="http://schemas.microsoft.com/office/drawing/2014/main" id="{6A2BD28E-3E3A-CD44-70AB-84920AECB149}"/>
                </a:ext>
              </a:extLst>
            </p:cNvPr>
            <p:cNvSpPr/>
            <p:nvPr/>
          </p:nvSpPr>
          <p:spPr>
            <a:xfrm>
              <a:off x="10104120" y="1572768"/>
              <a:ext cx="1664208" cy="1965960"/>
            </a:xfrm>
            <a:prstGeom prst="roundRect">
              <a:avLst/>
            </a:prstGeom>
            <a:grpFill/>
            <a:ln w="12700">
              <a:solidFill>
                <a:srgbClr val="49D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a:extLst>
                <a:ext uri="{FF2B5EF4-FFF2-40B4-BE49-F238E27FC236}">
                  <a16:creationId xmlns:a16="http://schemas.microsoft.com/office/drawing/2014/main" id="{347FF9EA-3B4B-1B9C-4B23-E063311F12F1}"/>
                </a:ext>
              </a:extLst>
            </p:cNvPr>
            <p:cNvSpPr txBox="1"/>
            <p:nvPr/>
          </p:nvSpPr>
          <p:spPr>
            <a:xfrm>
              <a:off x="10250424" y="1737360"/>
              <a:ext cx="411480" cy="256032"/>
            </a:xfrm>
            <a:prstGeom prst="rect">
              <a:avLst/>
            </a:prstGeom>
            <a:grpFill/>
          </p:spPr>
          <p:txBody>
            <a:bodyPr wrap="square" lIns="18288" tIns="18288" rIns="18288" bIns="18288" anchor="t">
              <a:spAutoFit/>
            </a:bodyPr>
            <a:lstStyle/>
            <a:p>
              <a:pPr algn="l"/>
              <a:r>
                <a:rPr sz="1000" b="1">
                  <a:solidFill>
                    <a:srgbClr val="49DC9A"/>
                  </a:solidFill>
                  <a:latin typeface="Aptos"/>
                </a:rPr>
                <a:t>06</a:t>
              </a:r>
            </a:p>
          </p:txBody>
        </p:sp>
        <p:sp>
          <p:nvSpPr>
            <p:cNvPr id="45" name="TextBox 44">
              <a:extLst>
                <a:ext uri="{FF2B5EF4-FFF2-40B4-BE49-F238E27FC236}">
                  <a16:creationId xmlns:a16="http://schemas.microsoft.com/office/drawing/2014/main" id="{A4C1B3E0-FD5A-9158-3789-C8D59E04B935}"/>
                </a:ext>
              </a:extLst>
            </p:cNvPr>
            <p:cNvSpPr txBox="1"/>
            <p:nvPr/>
          </p:nvSpPr>
          <p:spPr>
            <a:xfrm>
              <a:off x="10250424" y="2103120"/>
              <a:ext cx="1353312" cy="320040"/>
            </a:xfrm>
            <a:prstGeom prst="rect">
              <a:avLst/>
            </a:prstGeom>
            <a:grpFill/>
          </p:spPr>
          <p:txBody>
            <a:bodyPr wrap="square" lIns="18288" tIns="18288" rIns="18288" bIns="18288" anchor="t">
              <a:spAutoFit/>
            </a:bodyPr>
            <a:lstStyle/>
            <a:p>
              <a:pPr algn="l"/>
              <a:r>
                <a:rPr sz="1300" b="1">
                  <a:solidFill>
                    <a:srgbClr val="F2F6FC"/>
                  </a:solidFill>
                  <a:latin typeface="Aptos"/>
                </a:rPr>
                <a:t>RESPOND</a:t>
              </a:r>
            </a:p>
          </p:txBody>
        </p:sp>
        <p:sp>
          <p:nvSpPr>
            <p:cNvPr id="46" name="TextBox 45">
              <a:extLst>
                <a:ext uri="{FF2B5EF4-FFF2-40B4-BE49-F238E27FC236}">
                  <a16:creationId xmlns:a16="http://schemas.microsoft.com/office/drawing/2014/main" id="{E8045716-3E91-0046-C732-663D41694DD4}"/>
                </a:ext>
              </a:extLst>
            </p:cNvPr>
            <p:cNvSpPr txBox="1"/>
            <p:nvPr/>
          </p:nvSpPr>
          <p:spPr>
            <a:xfrm>
              <a:off x="10250424" y="2542032"/>
              <a:ext cx="1353312" cy="658368"/>
            </a:xfrm>
            <a:prstGeom prst="rect">
              <a:avLst/>
            </a:prstGeom>
            <a:grpFill/>
          </p:spPr>
          <p:txBody>
            <a:bodyPr wrap="square" lIns="18288" tIns="18288" rIns="18288" bIns="18288" anchor="t">
              <a:spAutoFit/>
            </a:bodyPr>
            <a:lstStyle/>
            <a:p>
              <a:pPr algn="l"/>
              <a:r>
                <a:rPr sz="1050" b="0">
                  <a:solidFill>
                    <a:srgbClr val="A6B5CD"/>
                  </a:solidFill>
                  <a:latin typeface="Aptos"/>
                </a:rPr>
                <a:t>Agent answers with compact context</a:t>
              </a:r>
            </a:p>
          </p:txBody>
        </p:sp>
      </p:grpSp>
      <p:grpSp>
        <p:nvGrpSpPr>
          <p:cNvPr id="76" name="Group 75">
            <a:extLst>
              <a:ext uri="{FF2B5EF4-FFF2-40B4-BE49-F238E27FC236}">
                <a16:creationId xmlns:a16="http://schemas.microsoft.com/office/drawing/2014/main" id="{58ADCE26-2D7F-CFB2-1FDF-CB7601534795}"/>
              </a:ext>
            </a:extLst>
          </p:cNvPr>
          <p:cNvGrpSpPr/>
          <p:nvPr/>
        </p:nvGrpSpPr>
        <p:grpSpPr>
          <a:xfrm>
            <a:off x="153639" y="1091979"/>
            <a:ext cx="4298397" cy="3474488"/>
            <a:chOff x="306535" y="1096371"/>
            <a:chExt cx="4298397" cy="3474488"/>
          </a:xfrm>
        </p:grpSpPr>
        <p:grpSp>
          <p:nvGrpSpPr>
            <p:cNvPr id="47" name="Group 46">
              <a:extLst>
                <a:ext uri="{FF2B5EF4-FFF2-40B4-BE49-F238E27FC236}">
                  <a16:creationId xmlns:a16="http://schemas.microsoft.com/office/drawing/2014/main" id="{88D6329A-5384-3772-F996-8CE088C17935}"/>
                </a:ext>
              </a:extLst>
            </p:cNvPr>
            <p:cNvGrpSpPr/>
            <p:nvPr/>
          </p:nvGrpSpPr>
          <p:grpSpPr>
            <a:xfrm>
              <a:off x="306535" y="1096371"/>
              <a:ext cx="4298397" cy="3474488"/>
              <a:chOff x="5090505" y="796569"/>
              <a:chExt cx="6781537" cy="5183991"/>
            </a:xfrm>
          </p:grpSpPr>
          <p:cxnSp>
            <p:nvCxnSpPr>
              <p:cNvPr id="48" name="Straight Arrow Connector 47">
                <a:extLst>
                  <a:ext uri="{FF2B5EF4-FFF2-40B4-BE49-F238E27FC236}">
                    <a16:creationId xmlns:a16="http://schemas.microsoft.com/office/drawing/2014/main" id="{304C749D-A237-816C-2286-B05B1E64F919}"/>
                  </a:ext>
                </a:extLst>
              </p:cNvPr>
              <p:cNvCxnSpPr>
                <a:cxnSpLocks/>
              </p:cNvCxnSpPr>
              <p:nvPr/>
            </p:nvCxnSpPr>
            <p:spPr>
              <a:xfrm>
                <a:off x="8345347" y="1699395"/>
                <a:ext cx="0" cy="50928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9" name="Oval 48">
                <a:extLst>
                  <a:ext uri="{FF2B5EF4-FFF2-40B4-BE49-F238E27FC236}">
                    <a16:creationId xmlns:a16="http://schemas.microsoft.com/office/drawing/2014/main" id="{245FE5C0-F0B2-9FEA-18D3-C1BEB1AA81C8}"/>
                  </a:ext>
                </a:extLst>
              </p:cNvPr>
              <p:cNvSpPr/>
              <p:nvPr/>
            </p:nvSpPr>
            <p:spPr>
              <a:xfrm>
                <a:off x="7292053" y="796569"/>
                <a:ext cx="2106588" cy="902826"/>
              </a:xfrm>
              <a:prstGeom prst="ellipse">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sp>
            <p:nvSpPr>
              <p:cNvPr id="50" name="Oval 49">
                <a:extLst>
                  <a:ext uri="{FF2B5EF4-FFF2-40B4-BE49-F238E27FC236}">
                    <a16:creationId xmlns:a16="http://schemas.microsoft.com/office/drawing/2014/main" id="{CDABD253-5AB1-50A4-FB7B-59ACF4CD1FD8}"/>
                  </a:ext>
                </a:extLst>
              </p:cNvPr>
              <p:cNvSpPr/>
              <p:nvPr/>
            </p:nvSpPr>
            <p:spPr>
              <a:xfrm>
                <a:off x="5090505" y="5077734"/>
                <a:ext cx="2296070" cy="902826"/>
              </a:xfrm>
              <a:prstGeom prst="ellipse">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sp>
            <p:nvSpPr>
              <p:cNvPr id="51" name="Oval 50">
                <a:extLst>
                  <a:ext uri="{FF2B5EF4-FFF2-40B4-BE49-F238E27FC236}">
                    <a16:creationId xmlns:a16="http://schemas.microsoft.com/office/drawing/2014/main" id="{3CFAFC27-9C42-4FF0-A363-2E34569B3FA4}"/>
                  </a:ext>
                </a:extLst>
              </p:cNvPr>
              <p:cNvSpPr/>
              <p:nvPr/>
            </p:nvSpPr>
            <p:spPr>
              <a:xfrm>
                <a:off x="6810095" y="2234799"/>
                <a:ext cx="2993662" cy="902826"/>
              </a:xfrm>
              <a:prstGeom prst="ellipse">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sp>
            <p:nvSpPr>
              <p:cNvPr id="52" name="Oval 51">
                <a:extLst>
                  <a:ext uri="{FF2B5EF4-FFF2-40B4-BE49-F238E27FC236}">
                    <a16:creationId xmlns:a16="http://schemas.microsoft.com/office/drawing/2014/main" id="{85B48665-3D84-9247-19A9-1DA0490497F1}"/>
                  </a:ext>
                </a:extLst>
              </p:cNvPr>
              <p:cNvSpPr/>
              <p:nvPr/>
            </p:nvSpPr>
            <p:spPr>
              <a:xfrm>
                <a:off x="9667806" y="3822014"/>
                <a:ext cx="2106588" cy="902826"/>
              </a:xfrm>
              <a:prstGeom prst="ellipse">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sp>
            <p:nvSpPr>
              <p:cNvPr id="53" name="Oval 52">
                <a:extLst>
                  <a:ext uri="{FF2B5EF4-FFF2-40B4-BE49-F238E27FC236}">
                    <a16:creationId xmlns:a16="http://schemas.microsoft.com/office/drawing/2014/main" id="{70673BE3-0994-384D-968E-C0F76DF74089}"/>
                  </a:ext>
                </a:extLst>
              </p:cNvPr>
              <p:cNvSpPr/>
              <p:nvPr/>
            </p:nvSpPr>
            <p:spPr>
              <a:xfrm>
                <a:off x="7386580" y="3827355"/>
                <a:ext cx="2106588" cy="902826"/>
              </a:xfrm>
              <a:prstGeom prst="ellipse">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sp>
            <p:nvSpPr>
              <p:cNvPr id="54" name="Oval 53">
                <a:extLst>
                  <a:ext uri="{FF2B5EF4-FFF2-40B4-BE49-F238E27FC236}">
                    <a16:creationId xmlns:a16="http://schemas.microsoft.com/office/drawing/2014/main" id="{9230121D-298F-829E-4442-B2BB7F57849C}"/>
                  </a:ext>
                </a:extLst>
              </p:cNvPr>
              <p:cNvSpPr/>
              <p:nvPr/>
            </p:nvSpPr>
            <p:spPr>
              <a:xfrm>
                <a:off x="5162317" y="3827355"/>
                <a:ext cx="2106588" cy="902826"/>
              </a:xfrm>
              <a:prstGeom prst="ellipse">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sp>
            <p:nvSpPr>
              <p:cNvPr id="55" name="TextBox 54">
                <a:extLst>
                  <a:ext uri="{FF2B5EF4-FFF2-40B4-BE49-F238E27FC236}">
                    <a16:creationId xmlns:a16="http://schemas.microsoft.com/office/drawing/2014/main" id="{87A0B3E9-6F52-9A29-FDE0-A375AC91CB70}"/>
                  </a:ext>
                </a:extLst>
              </p:cNvPr>
              <p:cNvSpPr txBox="1"/>
              <p:nvPr/>
            </p:nvSpPr>
            <p:spPr>
              <a:xfrm>
                <a:off x="7543595" y="910753"/>
                <a:ext cx="1990829" cy="688811"/>
              </a:xfrm>
              <a:prstGeom prst="rect">
                <a:avLst/>
              </a:prstGeom>
              <a:noFill/>
            </p:spPr>
            <p:txBody>
              <a:bodyPr wrap="square" rtlCol="0">
                <a:spAutoFit/>
              </a:bodyPr>
              <a:lstStyle/>
              <a:p>
                <a:r>
                  <a:rPr lang="en-US" sz="1200" dirty="0">
                    <a:solidFill>
                      <a:schemeClr val="bg1"/>
                    </a:solidFill>
                  </a:rPr>
                  <a:t>USERS MESSAGES</a:t>
                </a:r>
                <a:endParaRPr lang="en-IN" sz="1200" dirty="0">
                  <a:solidFill>
                    <a:schemeClr val="bg1"/>
                  </a:solidFill>
                </a:endParaRPr>
              </a:p>
            </p:txBody>
          </p:sp>
          <p:sp>
            <p:nvSpPr>
              <p:cNvPr id="56" name="TextBox 55">
                <a:extLst>
                  <a:ext uri="{FF2B5EF4-FFF2-40B4-BE49-F238E27FC236}">
                    <a16:creationId xmlns:a16="http://schemas.microsoft.com/office/drawing/2014/main" id="{6F426D4C-17CF-C1FC-52C6-DDC1EF5D90C9}"/>
                  </a:ext>
                </a:extLst>
              </p:cNvPr>
              <p:cNvSpPr txBox="1"/>
              <p:nvPr/>
            </p:nvSpPr>
            <p:spPr>
              <a:xfrm>
                <a:off x="6990553" y="2363259"/>
                <a:ext cx="2813204" cy="688811"/>
              </a:xfrm>
              <a:prstGeom prst="rect">
                <a:avLst/>
              </a:prstGeom>
              <a:noFill/>
            </p:spPr>
            <p:txBody>
              <a:bodyPr wrap="square" rtlCol="0">
                <a:spAutoFit/>
              </a:bodyPr>
              <a:lstStyle/>
              <a:p>
                <a:r>
                  <a:rPr lang="en-US" sz="1200" dirty="0">
                    <a:solidFill>
                      <a:schemeClr val="bg1"/>
                    </a:solidFill>
                  </a:rPr>
                  <a:t>MEMORY DECISION ENGINE</a:t>
                </a:r>
                <a:endParaRPr lang="en-IN" sz="1200" dirty="0">
                  <a:solidFill>
                    <a:schemeClr val="bg1"/>
                  </a:solidFill>
                </a:endParaRPr>
              </a:p>
            </p:txBody>
          </p:sp>
          <p:sp>
            <p:nvSpPr>
              <p:cNvPr id="57" name="TextBox 56">
                <a:extLst>
                  <a:ext uri="{FF2B5EF4-FFF2-40B4-BE49-F238E27FC236}">
                    <a16:creationId xmlns:a16="http://schemas.microsoft.com/office/drawing/2014/main" id="{2136475D-E48B-5794-F628-4BB277920C75}"/>
                  </a:ext>
                </a:extLst>
              </p:cNvPr>
              <p:cNvSpPr txBox="1"/>
              <p:nvPr/>
            </p:nvSpPr>
            <p:spPr>
              <a:xfrm>
                <a:off x="5591496" y="4050669"/>
                <a:ext cx="1355870" cy="459208"/>
              </a:xfrm>
              <a:prstGeom prst="rect">
                <a:avLst/>
              </a:prstGeom>
              <a:noFill/>
            </p:spPr>
            <p:txBody>
              <a:bodyPr wrap="none" rtlCol="0">
                <a:spAutoFit/>
              </a:bodyPr>
              <a:lstStyle/>
              <a:p>
                <a:r>
                  <a:rPr lang="en-US" sz="1400" dirty="0">
                    <a:solidFill>
                      <a:schemeClr val="bg1"/>
                    </a:solidFill>
                  </a:rPr>
                  <a:t>Keep full</a:t>
                </a:r>
                <a:endParaRPr lang="en-IN" sz="1400" dirty="0">
                  <a:solidFill>
                    <a:schemeClr val="bg1"/>
                  </a:solidFill>
                </a:endParaRPr>
              </a:p>
            </p:txBody>
          </p:sp>
          <p:sp>
            <p:nvSpPr>
              <p:cNvPr id="58" name="TextBox 57">
                <a:extLst>
                  <a:ext uri="{FF2B5EF4-FFF2-40B4-BE49-F238E27FC236}">
                    <a16:creationId xmlns:a16="http://schemas.microsoft.com/office/drawing/2014/main" id="{C7A6D96D-29B9-BFBA-D640-BCE2EDA671F9}"/>
                  </a:ext>
                </a:extLst>
              </p:cNvPr>
              <p:cNvSpPr txBox="1"/>
              <p:nvPr/>
            </p:nvSpPr>
            <p:spPr>
              <a:xfrm>
                <a:off x="7667665" y="4043825"/>
                <a:ext cx="1678070" cy="459208"/>
              </a:xfrm>
              <a:prstGeom prst="rect">
                <a:avLst/>
              </a:prstGeom>
              <a:noFill/>
            </p:spPr>
            <p:txBody>
              <a:bodyPr wrap="none" rtlCol="0">
                <a:spAutoFit/>
              </a:bodyPr>
              <a:lstStyle/>
              <a:p>
                <a:r>
                  <a:rPr lang="en-US" sz="1400" dirty="0">
                    <a:solidFill>
                      <a:schemeClr val="bg1"/>
                    </a:solidFill>
                  </a:rPr>
                  <a:t>Summarize</a:t>
                </a:r>
                <a:endParaRPr lang="en-IN" sz="1400" dirty="0">
                  <a:solidFill>
                    <a:schemeClr val="bg1"/>
                  </a:solidFill>
                </a:endParaRPr>
              </a:p>
            </p:txBody>
          </p:sp>
          <p:cxnSp>
            <p:nvCxnSpPr>
              <p:cNvPr id="60" name="Straight Connector 59">
                <a:extLst>
                  <a:ext uri="{FF2B5EF4-FFF2-40B4-BE49-F238E27FC236}">
                    <a16:creationId xmlns:a16="http://schemas.microsoft.com/office/drawing/2014/main" id="{D1511ADC-62AF-21B9-4690-5B6112ADA3C6}"/>
                  </a:ext>
                </a:extLst>
              </p:cNvPr>
              <p:cNvCxnSpPr>
                <a:cxnSpLocks/>
              </p:cNvCxnSpPr>
              <p:nvPr/>
            </p:nvCxnSpPr>
            <p:spPr>
              <a:xfrm>
                <a:off x="6115292" y="3429000"/>
                <a:ext cx="4649164"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1FA1886A-A31F-2EAB-8E83-ED5B4F11F301}"/>
                  </a:ext>
                </a:extLst>
              </p:cNvPr>
              <p:cNvCxnSpPr/>
              <p:nvPr/>
            </p:nvCxnSpPr>
            <p:spPr>
              <a:xfrm>
                <a:off x="6115292" y="3429000"/>
                <a:ext cx="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E085493F-BCCD-09CB-4CA8-50FFB89B44ED}"/>
                  </a:ext>
                </a:extLst>
              </p:cNvPr>
              <p:cNvCxnSpPr>
                <a:cxnSpLocks/>
              </p:cNvCxnSpPr>
              <p:nvPr/>
            </p:nvCxnSpPr>
            <p:spPr>
              <a:xfrm>
                <a:off x="6121079" y="3433286"/>
                <a:ext cx="0" cy="20702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3" name="Straight Arrow Connector 62">
                <a:extLst>
                  <a:ext uri="{FF2B5EF4-FFF2-40B4-BE49-F238E27FC236}">
                    <a16:creationId xmlns:a16="http://schemas.microsoft.com/office/drawing/2014/main" id="{A1C3968F-B80B-0E26-CBF8-FD5EC2B70E1A}"/>
                  </a:ext>
                </a:extLst>
              </p:cNvPr>
              <p:cNvCxnSpPr>
                <a:cxnSpLocks/>
              </p:cNvCxnSpPr>
              <p:nvPr/>
            </p:nvCxnSpPr>
            <p:spPr>
              <a:xfrm>
                <a:off x="10776031" y="3429000"/>
                <a:ext cx="0" cy="21131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4B249355-471B-95DF-C51E-C7BBAF3EE303}"/>
                  </a:ext>
                </a:extLst>
              </p:cNvPr>
              <p:cNvCxnSpPr>
                <a:cxnSpLocks/>
              </p:cNvCxnSpPr>
              <p:nvPr/>
            </p:nvCxnSpPr>
            <p:spPr>
              <a:xfrm>
                <a:off x="8345347" y="3439594"/>
                <a:ext cx="0" cy="20702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D0EEF849-6E20-5226-C9D5-FB424D13544E}"/>
                  </a:ext>
                </a:extLst>
              </p:cNvPr>
              <p:cNvCxnSpPr>
                <a:cxnSpLocks/>
              </p:cNvCxnSpPr>
              <p:nvPr/>
            </p:nvCxnSpPr>
            <p:spPr>
              <a:xfrm>
                <a:off x="8345347" y="3137625"/>
                <a:ext cx="0" cy="29137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66" name="TextBox 65">
                <a:extLst>
                  <a:ext uri="{FF2B5EF4-FFF2-40B4-BE49-F238E27FC236}">
                    <a16:creationId xmlns:a16="http://schemas.microsoft.com/office/drawing/2014/main" id="{3D3E1B6D-BE7E-9BC3-16AC-8B46EA7BAF4C}"/>
                  </a:ext>
                </a:extLst>
              </p:cNvPr>
              <p:cNvSpPr txBox="1"/>
              <p:nvPr/>
            </p:nvSpPr>
            <p:spPr>
              <a:xfrm>
                <a:off x="5250508" y="5291671"/>
                <a:ext cx="2041545" cy="459208"/>
              </a:xfrm>
              <a:prstGeom prst="rect">
                <a:avLst/>
              </a:prstGeom>
              <a:noFill/>
            </p:spPr>
            <p:txBody>
              <a:bodyPr wrap="none" rtlCol="0">
                <a:spAutoFit/>
              </a:bodyPr>
              <a:lstStyle/>
              <a:p>
                <a:r>
                  <a:rPr lang="en-US" sz="1400" dirty="0">
                    <a:solidFill>
                      <a:schemeClr val="bg1"/>
                    </a:solidFill>
                  </a:rPr>
                  <a:t>Exact memory</a:t>
                </a:r>
                <a:endParaRPr lang="en-IN" sz="1400" dirty="0">
                  <a:solidFill>
                    <a:schemeClr val="bg1"/>
                  </a:solidFill>
                </a:endParaRPr>
              </a:p>
            </p:txBody>
          </p:sp>
          <p:sp>
            <p:nvSpPr>
              <p:cNvPr id="67" name="Oval 66">
                <a:extLst>
                  <a:ext uri="{FF2B5EF4-FFF2-40B4-BE49-F238E27FC236}">
                    <a16:creationId xmlns:a16="http://schemas.microsoft.com/office/drawing/2014/main" id="{FFBB3E33-8444-12D5-952B-7E4C435EB3EB}"/>
                  </a:ext>
                </a:extLst>
              </p:cNvPr>
              <p:cNvSpPr/>
              <p:nvPr/>
            </p:nvSpPr>
            <p:spPr>
              <a:xfrm>
                <a:off x="7452056" y="5077734"/>
                <a:ext cx="2106588" cy="902826"/>
              </a:xfrm>
              <a:prstGeom prst="ellipse">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sp>
            <p:nvSpPr>
              <p:cNvPr id="68" name="Oval 67">
                <a:extLst>
                  <a:ext uri="{FF2B5EF4-FFF2-40B4-BE49-F238E27FC236}">
                    <a16:creationId xmlns:a16="http://schemas.microsoft.com/office/drawing/2014/main" id="{A6EC41F2-E301-408B-3FE5-33DE38F36E0F}"/>
                  </a:ext>
                </a:extLst>
              </p:cNvPr>
              <p:cNvSpPr/>
              <p:nvPr/>
            </p:nvSpPr>
            <p:spPr>
              <a:xfrm>
                <a:off x="9765454" y="5077734"/>
                <a:ext cx="2106588" cy="902826"/>
              </a:xfrm>
              <a:prstGeom prst="ellipse">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sz="1400" dirty="0"/>
              </a:p>
            </p:txBody>
          </p:sp>
          <p:sp>
            <p:nvSpPr>
              <p:cNvPr id="72" name="TextBox 71">
                <a:extLst>
                  <a:ext uri="{FF2B5EF4-FFF2-40B4-BE49-F238E27FC236}">
                    <a16:creationId xmlns:a16="http://schemas.microsoft.com/office/drawing/2014/main" id="{2A57F91C-1D2C-4D2E-1768-AE31DCFF0D03}"/>
                  </a:ext>
                </a:extLst>
              </p:cNvPr>
              <p:cNvSpPr txBox="1"/>
              <p:nvPr/>
            </p:nvSpPr>
            <p:spPr>
              <a:xfrm>
                <a:off x="7386575" y="5284397"/>
                <a:ext cx="2025459" cy="459208"/>
              </a:xfrm>
              <a:prstGeom prst="rect">
                <a:avLst/>
              </a:prstGeom>
              <a:noFill/>
            </p:spPr>
            <p:txBody>
              <a:bodyPr wrap="none" rtlCol="0">
                <a:spAutoFit/>
              </a:bodyPr>
              <a:lstStyle/>
              <a:p>
                <a:r>
                  <a:rPr lang="en-US" sz="1400" dirty="0">
                    <a:solidFill>
                      <a:schemeClr val="bg1"/>
                    </a:solidFill>
                  </a:rPr>
                  <a:t>Short memory</a:t>
                </a:r>
                <a:endParaRPr lang="en-IN" sz="1400" dirty="0">
                  <a:solidFill>
                    <a:schemeClr val="bg1"/>
                  </a:solidFill>
                </a:endParaRPr>
              </a:p>
            </p:txBody>
          </p:sp>
          <p:sp>
            <p:nvSpPr>
              <p:cNvPr id="73" name="TextBox 72">
                <a:extLst>
                  <a:ext uri="{FF2B5EF4-FFF2-40B4-BE49-F238E27FC236}">
                    <a16:creationId xmlns:a16="http://schemas.microsoft.com/office/drawing/2014/main" id="{5FFEFA76-1E01-B2C8-ECC0-BB0871FABD9E}"/>
                  </a:ext>
                </a:extLst>
              </p:cNvPr>
              <p:cNvSpPr txBox="1"/>
              <p:nvPr/>
            </p:nvSpPr>
            <p:spPr>
              <a:xfrm>
                <a:off x="10131871" y="4005795"/>
                <a:ext cx="1239332" cy="459208"/>
              </a:xfrm>
              <a:prstGeom prst="rect">
                <a:avLst/>
              </a:prstGeom>
              <a:noFill/>
            </p:spPr>
            <p:txBody>
              <a:bodyPr wrap="none" rtlCol="0">
                <a:spAutoFit/>
              </a:bodyPr>
              <a:lstStyle/>
              <a:p>
                <a:r>
                  <a:rPr lang="en-US" sz="1400" dirty="0">
                    <a:solidFill>
                      <a:schemeClr val="bg1"/>
                    </a:solidFill>
                  </a:rPr>
                  <a:t>Discard</a:t>
                </a:r>
                <a:endParaRPr lang="en-IN" sz="1400" dirty="0">
                  <a:solidFill>
                    <a:schemeClr val="bg1"/>
                  </a:solidFill>
                </a:endParaRPr>
              </a:p>
            </p:txBody>
          </p:sp>
        </p:grpSp>
        <p:sp>
          <p:nvSpPr>
            <p:cNvPr id="75" name="TextBox 74">
              <a:extLst>
                <a:ext uri="{FF2B5EF4-FFF2-40B4-BE49-F238E27FC236}">
                  <a16:creationId xmlns:a16="http://schemas.microsoft.com/office/drawing/2014/main" id="{04B76A7C-3725-D168-AE5F-F1E6AE93B136}"/>
                </a:ext>
              </a:extLst>
            </p:cNvPr>
            <p:cNvSpPr txBox="1"/>
            <p:nvPr/>
          </p:nvSpPr>
          <p:spPr>
            <a:xfrm>
              <a:off x="3577581" y="4114416"/>
              <a:ext cx="814390" cy="307777"/>
            </a:xfrm>
            <a:prstGeom prst="rect">
              <a:avLst/>
            </a:prstGeom>
            <a:noFill/>
          </p:spPr>
          <p:txBody>
            <a:bodyPr wrap="none" rtlCol="0">
              <a:spAutoFit/>
            </a:bodyPr>
            <a:lstStyle/>
            <a:p>
              <a:r>
                <a:rPr lang="en-US" sz="1400" dirty="0">
                  <a:solidFill>
                    <a:schemeClr val="bg1"/>
                  </a:solidFill>
                </a:rPr>
                <a:t>Remove</a:t>
              </a:r>
              <a:endParaRPr lang="en-IN" sz="1400" dirty="0">
                <a:solidFill>
                  <a:schemeClr val="bg1"/>
                </a:solidFill>
              </a:endParaRPr>
            </a:p>
          </p:txBody>
        </p:sp>
      </p:grpSp>
      <p:sp>
        <p:nvSpPr>
          <p:cNvPr id="77" name="Rectangle: Rounded Corners 76">
            <a:extLst>
              <a:ext uri="{FF2B5EF4-FFF2-40B4-BE49-F238E27FC236}">
                <a16:creationId xmlns:a16="http://schemas.microsoft.com/office/drawing/2014/main" id="{3A6748FD-7807-C1FC-B228-38540AFBBA32}"/>
              </a:ext>
            </a:extLst>
          </p:cNvPr>
          <p:cNvSpPr/>
          <p:nvPr/>
        </p:nvSpPr>
        <p:spPr>
          <a:xfrm>
            <a:off x="4712358" y="1036467"/>
            <a:ext cx="7255859" cy="3820193"/>
          </a:xfrm>
          <a:prstGeom prst="roundRect">
            <a:avLst/>
          </a:prstGeom>
          <a:solidFill>
            <a:schemeClr val="accent6">
              <a:lumMod val="40000"/>
              <a:lumOff val="60000"/>
            </a:schemeClr>
          </a:solidFill>
          <a:ln>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endParaRPr lang="en-IN" dirty="0"/>
          </a:p>
        </p:txBody>
      </p:sp>
      <p:sp>
        <p:nvSpPr>
          <p:cNvPr id="78" name="TextBox 77">
            <a:extLst>
              <a:ext uri="{FF2B5EF4-FFF2-40B4-BE49-F238E27FC236}">
                <a16:creationId xmlns:a16="http://schemas.microsoft.com/office/drawing/2014/main" id="{84E1E742-4618-7F95-8121-4A08FB350BE7}"/>
              </a:ext>
            </a:extLst>
          </p:cNvPr>
          <p:cNvSpPr txBox="1"/>
          <p:nvPr/>
        </p:nvSpPr>
        <p:spPr>
          <a:xfrm>
            <a:off x="4807808" y="1233149"/>
            <a:ext cx="7244928" cy="3693319"/>
          </a:xfrm>
          <a:prstGeom prst="rect">
            <a:avLst/>
          </a:prstGeom>
          <a:noFill/>
        </p:spPr>
        <p:txBody>
          <a:bodyPr wrap="square" rtlCol="0">
            <a:spAutoFit/>
          </a:bodyPr>
          <a:lstStyle/>
          <a:p>
            <a:pPr lvl="0"/>
            <a:r>
              <a:rPr lang="en-IN" b="1" dirty="0"/>
              <a:t>Smart Memory Detection</a:t>
            </a:r>
            <a:r>
              <a:rPr lang="en-IN" dirty="0"/>
              <a:t> – Identify important information from long conversations. </a:t>
            </a:r>
          </a:p>
          <a:p>
            <a:pPr lvl="0"/>
            <a:r>
              <a:rPr lang="en-IN" b="1" dirty="0"/>
              <a:t>Keep, Summarize or Discard</a:t>
            </a:r>
            <a:r>
              <a:rPr lang="en-IN" dirty="0"/>
              <a:t> – Automatically decide how each piece of information should be stored. </a:t>
            </a:r>
          </a:p>
          <a:p>
            <a:pPr lvl="0"/>
            <a:r>
              <a:rPr lang="en-IN" b="1" dirty="0"/>
              <a:t>User-Controlled Memory</a:t>
            </a:r>
            <a:r>
              <a:rPr lang="en-IN" dirty="0"/>
              <a:t> – Allow users to view, edit, keep, or delete memories. </a:t>
            </a:r>
          </a:p>
          <a:p>
            <a:pPr lvl="0"/>
            <a:r>
              <a:rPr lang="en-IN" b="1" dirty="0"/>
              <a:t>Memory Chain &amp; History</a:t>
            </a:r>
            <a:r>
              <a:rPr lang="en-IN" dirty="0"/>
              <a:t> – Record every memory decision with its reason and changes. </a:t>
            </a:r>
          </a:p>
          <a:p>
            <a:pPr lvl="0"/>
            <a:r>
              <a:rPr lang="en-IN" b="1" dirty="0"/>
              <a:t>Efficient Context Retrieval</a:t>
            </a:r>
            <a:r>
              <a:rPr lang="en-IN" dirty="0"/>
              <a:t> – Retrieve only relevant memories when the AI needs them. </a:t>
            </a:r>
          </a:p>
          <a:p>
            <a:pPr lvl="0"/>
            <a:r>
              <a:rPr lang="en-IN" b="1" dirty="0"/>
              <a:t>Model-Independent Design</a:t>
            </a:r>
            <a:r>
              <a:rPr lang="en-IN" dirty="0"/>
              <a:t> – Build the memory system so it can work with different AI models</a:t>
            </a:r>
          </a:p>
          <a:p>
            <a:endParaRPr lang="en-IN" dirty="0"/>
          </a:p>
        </p:txBody>
      </p:sp>
      <p:cxnSp>
        <p:nvCxnSpPr>
          <p:cNvPr id="86" name="Straight Arrow Connector 85">
            <a:extLst>
              <a:ext uri="{FF2B5EF4-FFF2-40B4-BE49-F238E27FC236}">
                <a16:creationId xmlns:a16="http://schemas.microsoft.com/office/drawing/2014/main" id="{F43E9AAE-04A0-4695-C5F1-AA76CAD19E8C}"/>
              </a:ext>
            </a:extLst>
          </p:cNvPr>
          <p:cNvCxnSpPr>
            <a:cxnSpLocks/>
          </p:cNvCxnSpPr>
          <p:nvPr/>
        </p:nvCxnSpPr>
        <p:spPr>
          <a:xfrm>
            <a:off x="889254" y="3758167"/>
            <a:ext cx="0" cy="18856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2" name="Straight Arrow Connector 91">
            <a:extLst>
              <a:ext uri="{FF2B5EF4-FFF2-40B4-BE49-F238E27FC236}">
                <a16:creationId xmlns:a16="http://schemas.microsoft.com/office/drawing/2014/main" id="{2CC931EB-B5F0-77DB-0750-432A1298804A}"/>
              </a:ext>
            </a:extLst>
          </p:cNvPr>
          <p:cNvCxnSpPr>
            <a:cxnSpLocks/>
          </p:cNvCxnSpPr>
          <p:nvPr/>
        </p:nvCxnSpPr>
        <p:spPr>
          <a:xfrm>
            <a:off x="2276597" y="3758166"/>
            <a:ext cx="0" cy="18856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3" name="Straight Arrow Connector 92">
            <a:extLst>
              <a:ext uri="{FF2B5EF4-FFF2-40B4-BE49-F238E27FC236}">
                <a16:creationId xmlns:a16="http://schemas.microsoft.com/office/drawing/2014/main" id="{01F69A73-FD0D-80EF-6444-96A7C3BFB440}"/>
              </a:ext>
            </a:extLst>
          </p:cNvPr>
          <p:cNvCxnSpPr>
            <a:cxnSpLocks/>
          </p:cNvCxnSpPr>
          <p:nvPr/>
        </p:nvCxnSpPr>
        <p:spPr>
          <a:xfrm>
            <a:off x="3757342" y="3758166"/>
            <a:ext cx="0" cy="18856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4915795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AD6052A-B9D1-40BD-14BB-1738CFC15814}"/>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7200"/>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96573" y="716280"/>
            <a:ext cx="12288573" cy="6135783"/>
          </a:xfrm>
          <a:prstGeom prst="rect">
            <a:avLst/>
          </a:prstGeom>
        </p:spPr>
      </p:pic>
      <p:sp>
        <p:nvSpPr>
          <p:cNvPr id="58" name="TextBox 57">
            <a:extLst>
              <a:ext uri="{FF2B5EF4-FFF2-40B4-BE49-F238E27FC236}">
                <a16:creationId xmlns:a16="http://schemas.microsoft.com/office/drawing/2014/main" id="{1ED35D85-7419-DDA9-00DF-8B4CCA14ABCC}"/>
              </a:ext>
            </a:extLst>
          </p:cNvPr>
          <p:cNvSpPr txBox="1"/>
          <p:nvPr/>
        </p:nvSpPr>
        <p:spPr>
          <a:xfrm>
            <a:off x="6215605" y="716279"/>
            <a:ext cx="5976395" cy="6141720"/>
          </a:xfrm>
          <a:custGeom>
            <a:avLst/>
            <a:gdLst/>
            <a:ahLst/>
            <a:cxnLst/>
            <a:rect l="l" t="t" r="r" b="b"/>
            <a:pathLst>
              <a:path w="5242560" h="6141720">
                <a:moveTo>
                  <a:pt x="2385686" y="661233"/>
                </a:moveTo>
                <a:lnTo>
                  <a:pt x="2498597" y="790085"/>
                </a:lnTo>
                <a:lnTo>
                  <a:pt x="2485936" y="797503"/>
                </a:lnTo>
                <a:cubicBezTo>
                  <a:pt x="2465844" y="806805"/>
                  <a:pt x="2444760" y="811456"/>
                  <a:pt x="2422684" y="811456"/>
                </a:cubicBezTo>
                <a:cubicBezTo>
                  <a:pt x="2392422" y="811456"/>
                  <a:pt x="2369974" y="804945"/>
                  <a:pt x="2355339" y="791922"/>
                </a:cubicBezTo>
                <a:cubicBezTo>
                  <a:pt x="2340704" y="778900"/>
                  <a:pt x="2333387" y="761970"/>
                  <a:pt x="2333387" y="741134"/>
                </a:cubicBezTo>
                <a:cubicBezTo>
                  <a:pt x="2333387" y="724763"/>
                  <a:pt x="2337232" y="710563"/>
                  <a:pt x="2344921" y="698532"/>
                </a:cubicBezTo>
                <a:cubicBezTo>
                  <a:pt x="2352610" y="686502"/>
                  <a:pt x="2364641" y="674968"/>
                  <a:pt x="2381012" y="663930"/>
                </a:cubicBezTo>
                <a:close/>
                <a:moveTo>
                  <a:pt x="713095" y="473616"/>
                </a:moveTo>
                <a:lnTo>
                  <a:pt x="803136" y="473616"/>
                </a:lnTo>
                <a:cubicBezTo>
                  <a:pt x="825212" y="473616"/>
                  <a:pt x="842948" y="479197"/>
                  <a:pt x="856342" y="490359"/>
                </a:cubicBezTo>
                <a:cubicBezTo>
                  <a:pt x="869737" y="501521"/>
                  <a:pt x="876434" y="518140"/>
                  <a:pt x="876434" y="540216"/>
                </a:cubicBezTo>
                <a:cubicBezTo>
                  <a:pt x="876434" y="555347"/>
                  <a:pt x="873210" y="568122"/>
                  <a:pt x="866760" y="578540"/>
                </a:cubicBezTo>
                <a:cubicBezTo>
                  <a:pt x="860311" y="588958"/>
                  <a:pt x="851195" y="596771"/>
                  <a:pt x="839413" y="601980"/>
                </a:cubicBezTo>
                <a:cubicBezTo>
                  <a:pt x="827631" y="607189"/>
                  <a:pt x="813554" y="609794"/>
                  <a:pt x="797183" y="609794"/>
                </a:cubicBezTo>
                <a:lnTo>
                  <a:pt x="713095" y="609794"/>
                </a:lnTo>
                <a:close/>
                <a:moveTo>
                  <a:pt x="255895" y="471383"/>
                </a:moveTo>
                <a:lnTo>
                  <a:pt x="338123" y="471383"/>
                </a:lnTo>
                <a:cubicBezTo>
                  <a:pt x="361687" y="471383"/>
                  <a:pt x="381159" y="477709"/>
                  <a:pt x="396538" y="490359"/>
                </a:cubicBezTo>
                <a:cubicBezTo>
                  <a:pt x="411917" y="503009"/>
                  <a:pt x="419606" y="522481"/>
                  <a:pt x="419606" y="548774"/>
                </a:cubicBezTo>
                <a:cubicBezTo>
                  <a:pt x="419606" y="574075"/>
                  <a:pt x="412103" y="593174"/>
                  <a:pt x="397096" y="606073"/>
                </a:cubicBezTo>
                <a:cubicBezTo>
                  <a:pt x="382089" y="618971"/>
                  <a:pt x="362431" y="625421"/>
                  <a:pt x="338123" y="625421"/>
                </a:cubicBezTo>
                <a:lnTo>
                  <a:pt x="255895" y="625421"/>
                </a:lnTo>
                <a:close/>
                <a:moveTo>
                  <a:pt x="3687053" y="467291"/>
                </a:moveTo>
                <a:cubicBezTo>
                  <a:pt x="3719548" y="467291"/>
                  <a:pt x="3745716" y="474980"/>
                  <a:pt x="3765560" y="490359"/>
                </a:cubicBezTo>
                <a:cubicBezTo>
                  <a:pt x="3785404" y="505738"/>
                  <a:pt x="3799914" y="526326"/>
                  <a:pt x="3809092" y="552123"/>
                </a:cubicBezTo>
                <a:cubicBezTo>
                  <a:pt x="3818270" y="577920"/>
                  <a:pt x="3822859" y="606445"/>
                  <a:pt x="3822859" y="637699"/>
                </a:cubicBezTo>
                <a:cubicBezTo>
                  <a:pt x="3822859" y="668457"/>
                  <a:pt x="3818270" y="696734"/>
                  <a:pt x="3809092" y="722531"/>
                </a:cubicBezTo>
                <a:cubicBezTo>
                  <a:pt x="3799914" y="748328"/>
                  <a:pt x="3785404" y="768916"/>
                  <a:pt x="3765560" y="784295"/>
                </a:cubicBezTo>
                <a:cubicBezTo>
                  <a:pt x="3745716" y="799673"/>
                  <a:pt x="3719547" y="807363"/>
                  <a:pt x="3687053" y="807363"/>
                </a:cubicBezTo>
                <a:cubicBezTo>
                  <a:pt x="3654311" y="807363"/>
                  <a:pt x="3627956" y="799673"/>
                  <a:pt x="3607988" y="784295"/>
                </a:cubicBezTo>
                <a:cubicBezTo>
                  <a:pt x="3588020" y="768916"/>
                  <a:pt x="3573510" y="748328"/>
                  <a:pt x="3564456" y="722531"/>
                </a:cubicBezTo>
                <a:cubicBezTo>
                  <a:pt x="3555402" y="696734"/>
                  <a:pt x="3550876" y="668457"/>
                  <a:pt x="3550876" y="637699"/>
                </a:cubicBezTo>
                <a:cubicBezTo>
                  <a:pt x="3550876" y="606445"/>
                  <a:pt x="3555402" y="577920"/>
                  <a:pt x="3564456" y="552123"/>
                </a:cubicBezTo>
                <a:cubicBezTo>
                  <a:pt x="3573510" y="526326"/>
                  <a:pt x="3588020" y="505738"/>
                  <a:pt x="3607988" y="490359"/>
                </a:cubicBezTo>
                <a:cubicBezTo>
                  <a:pt x="3627956" y="474980"/>
                  <a:pt x="3654311" y="467291"/>
                  <a:pt x="3687053" y="467291"/>
                </a:cubicBezTo>
                <a:close/>
                <a:moveTo>
                  <a:pt x="1305803" y="467291"/>
                </a:moveTo>
                <a:cubicBezTo>
                  <a:pt x="1338297" y="467291"/>
                  <a:pt x="1364467" y="474980"/>
                  <a:pt x="1384310" y="490359"/>
                </a:cubicBezTo>
                <a:cubicBezTo>
                  <a:pt x="1404154" y="505738"/>
                  <a:pt x="1418665" y="526326"/>
                  <a:pt x="1427843" y="552123"/>
                </a:cubicBezTo>
                <a:cubicBezTo>
                  <a:pt x="1437020" y="577920"/>
                  <a:pt x="1441609" y="606445"/>
                  <a:pt x="1441609" y="637699"/>
                </a:cubicBezTo>
                <a:cubicBezTo>
                  <a:pt x="1441609" y="668457"/>
                  <a:pt x="1437020" y="696734"/>
                  <a:pt x="1427843" y="722531"/>
                </a:cubicBezTo>
                <a:cubicBezTo>
                  <a:pt x="1418665" y="748328"/>
                  <a:pt x="1404154" y="768916"/>
                  <a:pt x="1384310" y="784295"/>
                </a:cubicBezTo>
                <a:cubicBezTo>
                  <a:pt x="1364466" y="799673"/>
                  <a:pt x="1338297" y="807363"/>
                  <a:pt x="1305803" y="807363"/>
                </a:cubicBezTo>
                <a:cubicBezTo>
                  <a:pt x="1273061" y="807363"/>
                  <a:pt x="1246706" y="799673"/>
                  <a:pt x="1226738" y="784295"/>
                </a:cubicBezTo>
                <a:cubicBezTo>
                  <a:pt x="1206771" y="768916"/>
                  <a:pt x="1192260" y="748328"/>
                  <a:pt x="1183206" y="722531"/>
                </a:cubicBezTo>
                <a:cubicBezTo>
                  <a:pt x="1174152" y="696734"/>
                  <a:pt x="1169626" y="668457"/>
                  <a:pt x="1169626" y="637699"/>
                </a:cubicBezTo>
                <a:cubicBezTo>
                  <a:pt x="1169626" y="606445"/>
                  <a:pt x="1174153" y="577920"/>
                  <a:pt x="1183206" y="552123"/>
                </a:cubicBezTo>
                <a:cubicBezTo>
                  <a:pt x="1192260" y="526326"/>
                  <a:pt x="1206771" y="505738"/>
                  <a:pt x="1226738" y="490359"/>
                </a:cubicBezTo>
                <a:cubicBezTo>
                  <a:pt x="1246706" y="474980"/>
                  <a:pt x="1273061" y="467291"/>
                  <a:pt x="1305803" y="467291"/>
                </a:cubicBezTo>
                <a:close/>
                <a:moveTo>
                  <a:pt x="2434218" y="454268"/>
                </a:moveTo>
                <a:cubicBezTo>
                  <a:pt x="2448357" y="454268"/>
                  <a:pt x="2459333" y="458175"/>
                  <a:pt x="2467146" y="465988"/>
                </a:cubicBezTo>
                <a:cubicBezTo>
                  <a:pt x="2474960" y="473802"/>
                  <a:pt x="2478866" y="483910"/>
                  <a:pt x="2478866" y="496312"/>
                </a:cubicBezTo>
                <a:cubicBezTo>
                  <a:pt x="2478866" y="509459"/>
                  <a:pt x="2474898" y="520993"/>
                  <a:pt x="2466960" y="530915"/>
                </a:cubicBezTo>
                <a:cubicBezTo>
                  <a:pt x="2459022" y="540837"/>
                  <a:pt x="2448481" y="549890"/>
                  <a:pt x="2435334" y="558076"/>
                </a:cubicBezTo>
                <a:lnTo>
                  <a:pt x="2421867" y="565380"/>
                </a:lnTo>
                <a:lnTo>
                  <a:pt x="2416219" y="558634"/>
                </a:lnTo>
                <a:cubicBezTo>
                  <a:pt x="2409677" y="550076"/>
                  <a:pt x="2404328" y="542201"/>
                  <a:pt x="2400174" y="535008"/>
                </a:cubicBezTo>
                <a:cubicBezTo>
                  <a:pt x="2391864" y="520621"/>
                  <a:pt x="2387709" y="507722"/>
                  <a:pt x="2387709" y="496312"/>
                </a:cubicBezTo>
                <a:cubicBezTo>
                  <a:pt x="2387709" y="483414"/>
                  <a:pt x="2391926" y="473182"/>
                  <a:pt x="2400360" y="465616"/>
                </a:cubicBezTo>
                <a:cubicBezTo>
                  <a:pt x="2408793" y="458051"/>
                  <a:pt x="2420079" y="454268"/>
                  <a:pt x="2434218" y="454268"/>
                </a:cubicBezTo>
                <a:close/>
                <a:moveTo>
                  <a:pt x="4028018" y="386924"/>
                </a:moveTo>
                <a:lnTo>
                  <a:pt x="4028018" y="887730"/>
                </a:lnTo>
                <a:lnTo>
                  <a:pt x="4125873" y="887730"/>
                </a:lnTo>
                <a:lnTo>
                  <a:pt x="4125873" y="548030"/>
                </a:lnTo>
                <a:lnTo>
                  <a:pt x="4356556" y="887730"/>
                </a:lnTo>
                <a:lnTo>
                  <a:pt x="4459248" y="887730"/>
                </a:lnTo>
                <a:lnTo>
                  <a:pt x="4459248" y="386924"/>
                </a:lnTo>
                <a:lnTo>
                  <a:pt x="4360649" y="386924"/>
                </a:lnTo>
                <a:lnTo>
                  <a:pt x="4360649" y="724391"/>
                </a:lnTo>
                <a:lnTo>
                  <a:pt x="4130338" y="386924"/>
                </a:lnTo>
                <a:close/>
                <a:moveTo>
                  <a:pt x="608544" y="386924"/>
                </a:moveTo>
                <a:lnTo>
                  <a:pt x="608544" y="887730"/>
                </a:lnTo>
                <a:lnTo>
                  <a:pt x="713095" y="887730"/>
                </a:lnTo>
                <a:lnTo>
                  <a:pt x="713095" y="696114"/>
                </a:lnTo>
                <a:lnTo>
                  <a:pt x="794579" y="696114"/>
                </a:lnTo>
                <a:cubicBezTo>
                  <a:pt x="813926" y="696114"/>
                  <a:pt x="829119" y="699525"/>
                  <a:pt x="840157" y="706346"/>
                </a:cubicBezTo>
                <a:cubicBezTo>
                  <a:pt x="851195" y="713167"/>
                  <a:pt x="859939" y="723523"/>
                  <a:pt x="866388" y="737414"/>
                </a:cubicBezTo>
                <a:cubicBezTo>
                  <a:pt x="872837" y="751304"/>
                  <a:pt x="878543" y="769164"/>
                  <a:pt x="883504" y="790992"/>
                </a:cubicBezTo>
                <a:lnTo>
                  <a:pt x="906944" y="887730"/>
                </a:lnTo>
                <a:lnTo>
                  <a:pt x="1016333" y="887730"/>
                </a:lnTo>
                <a:lnTo>
                  <a:pt x="983218" y="770156"/>
                </a:lnTo>
                <a:cubicBezTo>
                  <a:pt x="976769" y="746591"/>
                  <a:pt x="969638" y="726748"/>
                  <a:pt x="961824" y="710625"/>
                </a:cubicBezTo>
                <a:cubicBezTo>
                  <a:pt x="954011" y="694502"/>
                  <a:pt x="943779" y="681665"/>
                  <a:pt x="931129" y="672115"/>
                </a:cubicBezTo>
                <a:cubicBezTo>
                  <a:pt x="918478" y="662566"/>
                  <a:pt x="901611" y="656178"/>
                  <a:pt x="880527" y="652954"/>
                </a:cubicBezTo>
                <a:cubicBezTo>
                  <a:pt x="915005" y="643528"/>
                  <a:pt x="940740" y="627777"/>
                  <a:pt x="957732" y="605701"/>
                </a:cubicBezTo>
                <a:cubicBezTo>
                  <a:pt x="974723" y="583625"/>
                  <a:pt x="983218" y="556712"/>
                  <a:pt x="983218" y="524962"/>
                </a:cubicBezTo>
                <a:cubicBezTo>
                  <a:pt x="983218" y="491475"/>
                  <a:pt x="975839" y="464624"/>
                  <a:pt x="961080" y="444408"/>
                </a:cubicBezTo>
                <a:cubicBezTo>
                  <a:pt x="946321" y="424193"/>
                  <a:pt x="926292" y="409558"/>
                  <a:pt x="900991" y="400504"/>
                </a:cubicBezTo>
                <a:cubicBezTo>
                  <a:pt x="875690" y="391450"/>
                  <a:pt x="846917" y="386924"/>
                  <a:pt x="814671" y="386924"/>
                </a:cubicBezTo>
                <a:close/>
                <a:moveTo>
                  <a:pt x="151344" y="386924"/>
                </a:moveTo>
                <a:lnTo>
                  <a:pt x="151344" y="887730"/>
                </a:lnTo>
                <a:lnTo>
                  <a:pt x="255895" y="887730"/>
                </a:lnTo>
                <a:lnTo>
                  <a:pt x="255895" y="709508"/>
                </a:lnTo>
                <a:lnTo>
                  <a:pt x="347797" y="709508"/>
                </a:lnTo>
                <a:cubicBezTo>
                  <a:pt x="380787" y="709508"/>
                  <a:pt x="410863" y="703741"/>
                  <a:pt x="438024" y="692207"/>
                </a:cubicBezTo>
                <a:cubicBezTo>
                  <a:pt x="465185" y="680673"/>
                  <a:pt x="486827" y="663000"/>
                  <a:pt x="502950" y="639187"/>
                </a:cubicBezTo>
                <a:cubicBezTo>
                  <a:pt x="519073" y="615375"/>
                  <a:pt x="527135" y="585237"/>
                  <a:pt x="527135" y="548774"/>
                </a:cubicBezTo>
                <a:cubicBezTo>
                  <a:pt x="527135" y="511815"/>
                  <a:pt x="519073" y="481429"/>
                  <a:pt x="502950" y="457617"/>
                </a:cubicBezTo>
                <a:cubicBezTo>
                  <a:pt x="486827" y="433804"/>
                  <a:pt x="465185" y="416069"/>
                  <a:pt x="438024" y="404411"/>
                </a:cubicBezTo>
                <a:cubicBezTo>
                  <a:pt x="410863" y="392753"/>
                  <a:pt x="380787" y="386924"/>
                  <a:pt x="347797" y="386924"/>
                </a:cubicBezTo>
                <a:close/>
                <a:moveTo>
                  <a:pt x="4744924" y="380598"/>
                </a:moveTo>
                <a:cubicBezTo>
                  <a:pt x="4708956" y="380598"/>
                  <a:pt x="4677083" y="385435"/>
                  <a:pt x="4649302" y="395109"/>
                </a:cubicBezTo>
                <a:cubicBezTo>
                  <a:pt x="4621520" y="404783"/>
                  <a:pt x="4599754" y="419852"/>
                  <a:pt x="4584003" y="440316"/>
                </a:cubicBezTo>
                <a:cubicBezTo>
                  <a:pt x="4568252" y="460779"/>
                  <a:pt x="4560376" y="487258"/>
                  <a:pt x="4560376" y="519753"/>
                </a:cubicBezTo>
                <a:cubicBezTo>
                  <a:pt x="4560376" y="550014"/>
                  <a:pt x="4567260" y="574571"/>
                  <a:pt x="4581026" y="593423"/>
                </a:cubicBezTo>
                <a:cubicBezTo>
                  <a:pt x="4594793" y="612274"/>
                  <a:pt x="4614264" y="627653"/>
                  <a:pt x="4639442" y="639559"/>
                </a:cubicBezTo>
                <a:cubicBezTo>
                  <a:pt x="4664618" y="651466"/>
                  <a:pt x="4694446" y="662380"/>
                  <a:pt x="4728924" y="672301"/>
                </a:cubicBezTo>
                <a:cubicBezTo>
                  <a:pt x="4758442" y="680487"/>
                  <a:pt x="4781386" y="688114"/>
                  <a:pt x="4797758" y="695184"/>
                </a:cubicBezTo>
                <a:cubicBezTo>
                  <a:pt x="4814128" y="702253"/>
                  <a:pt x="4825539" y="710067"/>
                  <a:pt x="4831988" y="718624"/>
                </a:cubicBezTo>
                <a:cubicBezTo>
                  <a:pt x="4838437" y="727182"/>
                  <a:pt x="4841662" y="738034"/>
                  <a:pt x="4841662" y="751180"/>
                </a:cubicBezTo>
                <a:cubicBezTo>
                  <a:pt x="4841662" y="764823"/>
                  <a:pt x="4837879" y="776047"/>
                  <a:pt x="4830314" y="784853"/>
                </a:cubicBezTo>
                <a:cubicBezTo>
                  <a:pt x="4822748" y="793658"/>
                  <a:pt x="4812268" y="800170"/>
                  <a:pt x="4798874" y="804386"/>
                </a:cubicBezTo>
                <a:cubicBezTo>
                  <a:pt x="4785479" y="808603"/>
                  <a:pt x="4769976" y="810712"/>
                  <a:pt x="4752365" y="810712"/>
                </a:cubicBezTo>
                <a:cubicBezTo>
                  <a:pt x="4734010" y="810712"/>
                  <a:pt x="4717700" y="808355"/>
                  <a:pt x="4703438" y="803642"/>
                </a:cubicBezTo>
                <a:cubicBezTo>
                  <a:pt x="4689175" y="798929"/>
                  <a:pt x="4677827" y="791054"/>
                  <a:pt x="4669393" y="780016"/>
                </a:cubicBezTo>
                <a:cubicBezTo>
                  <a:pt x="4660960" y="768978"/>
                  <a:pt x="4656494" y="753785"/>
                  <a:pt x="4655998" y="734437"/>
                </a:cubicBezTo>
                <a:lnTo>
                  <a:pt x="4548842" y="734437"/>
                </a:lnTo>
                <a:cubicBezTo>
                  <a:pt x="4548842" y="772388"/>
                  <a:pt x="4557772" y="803146"/>
                  <a:pt x="4575632" y="826711"/>
                </a:cubicBezTo>
                <a:cubicBezTo>
                  <a:pt x="4593491" y="850275"/>
                  <a:pt x="4617613" y="867452"/>
                  <a:pt x="4647999" y="878242"/>
                </a:cubicBezTo>
                <a:cubicBezTo>
                  <a:pt x="4678385" y="889032"/>
                  <a:pt x="4712554" y="894427"/>
                  <a:pt x="4750504" y="894427"/>
                </a:cubicBezTo>
                <a:cubicBezTo>
                  <a:pt x="4788208" y="894427"/>
                  <a:pt x="4822004" y="889342"/>
                  <a:pt x="4851894" y="879173"/>
                </a:cubicBezTo>
                <a:cubicBezTo>
                  <a:pt x="4881783" y="869003"/>
                  <a:pt x="4905410" y="853004"/>
                  <a:pt x="4922773" y="831175"/>
                </a:cubicBezTo>
                <a:cubicBezTo>
                  <a:pt x="4940136" y="809347"/>
                  <a:pt x="4948818" y="780698"/>
                  <a:pt x="4948818" y="745227"/>
                </a:cubicBezTo>
                <a:cubicBezTo>
                  <a:pt x="4948818" y="713477"/>
                  <a:pt x="4942927" y="687866"/>
                  <a:pt x="4931144" y="668395"/>
                </a:cubicBezTo>
                <a:cubicBezTo>
                  <a:pt x="4919362" y="648923"/>
                  <a:pt x="4901316" y="633048"/>
                  <a:pt x="4877008" y="620770"/>
                </a:cubicBezTo>
                <a:cubicBezTo>
                  <a:pt x="4852700" y="608491"/>
                  <a:pt x="4821570" y="596771"/>
                  <a:pt x="4783619" y="585609"/>
                </a:cubicBezTo>
                <a:cubicBezTo>
                  <a:pt x="4751869" y="576431"/>
                  <a:pt x="4727622" y="568246"/>
                  <a:pt x="4710879" y="561052"/>
                </a:cubicBezTo>
                <a:cubicBezTo>
                  <a:pt x="4694136" y="553859"/>
                  <a:pt x="4682664" y="546480"/>
                  <a:pt x="4676462" y="538914"/>
                </a:cubicBezTo>
                <a:cubicBezTo>
                  <a:pt x="4670261" y="531349"/>
                  <a:pt x="4667161" y="522605"/>
                  <a:pt x="4667161" y="512683"/>
                </a:cubicBezTo>
                <a:cubicBezTo>
                  <a:pt x="4667161" y="495320"/>
                  <a:pt x="4674478" y="482484"/>
                  <a:pt x="4689113" y="474174"/>
                </a:cubicBezTo>
                <a:cubicBezTo>
                  <a:pt x="4703748" y="465864"/>
                  <a:pt x="4722227" y="461710"/>
                  <a:pt x="4744552" y="461710"/>
                </a:cubicBezTo>
                <a:cubicBezTo>
                  <a:pt x="4767124" y="461710"/>
                  <a:pt x="4786472" y="466981"/>
                  <a:pt x="4802594" y="477523"/>
                </a:cubicBezTo>
                <a:cubicBezTo>
                  <a:pt x="4818717" y="488065"/>
                  <a:pt x="4826655" y="504002"/>
                  <a:pt x="4826407" y="525334"/>
                </a:cubicBezTo>
                <a:lnTo>
                  <a:pt x="4933563" y="525334"/>
                </a:lnTo>
                <a:cubicBezTo>
                  <a:pt x="4933563" y="492343"/>
                  <a:pt x="4925005" y="465182"/>
                  <a:pt x="4907890" y="443850"/>
                </a:cubicBezTo>
                <a:cubicBezTo>
                  <a:pt x="4890774" y="422518"/>
                  <a:pt x="4867892" y="406643"/>
                  <a:pt x="4839244" y="396225"/>
                </a:cubicBezTo>
                <a:cubicBezTo>
                  <a:pt x="4810594" y="385807"/>
                  <a:pt x="4779154" y="380598"/>
                  <a:pt x="4744924" y="380598"/>
                </a:cubicBezTo>
                <a:close/>
                <a:moveTo>
                  <a:pt x="1811224" y="380598"/>
                </a:moveTo>
                <a:cubicBezTo>
                  <a:pt x="1775257" y="380598"/>
                  <a:pt x="1743383" y="385435"/>
                  <a:pt x="1715601" y="395109"/>
                </a:cubicBezTo>
                <a:cubicBezTo>
                  <a:pt x="1687820" y="404783"/>
                  <a:pt x="1666054" y="419852"/>
                  <a:pt x="1650303" y="440316"/>
                </a:cubicBezTo>
                <a:cubicBezTo>
                  <a:pt x="1634552" y="460779"/>
                  <a:pt x="1626677" y="487258"/>
                  <a:pt x="1626677" y="519753"/>
                </a:cubicBezTo>
                <a:cubicBezTo>
                  <a:pt x="1626677" y="550014"/>
                  <a:pt x="1633560" y="574571"/>
                  <a:pt x="1647327" y="593423"/>
                </a:cubicBezTo>
                <a:cubicBezTo>
                  <a:pt x="1661093" y="612274"/>
                  <a:pt x="1680565" y="627653"/>
                  <a:pt x="1705742" y="639559"/>
                </a:cubicBezTo>
                <a:cubicBezTo>
                  <a:pt x="1730918" y="651466"/>
                  <a:pt x="1760746" y="662380"/>
                  <a:pt x="1795224" y="672301"/>
                </a:cubicBezTo>
                <a:cubicBezTo>
                  <a:pt x="1824742" y="680487"/>
                  <a:pt x="1847686" y="688114"/>
                  <a:pt x="1864058" y="695184"/>
                </a:cubicBezTo>
                <a:cubicBezTo>
                  <a:pt x="1880428" y="702253"/>
                  <a:pt x="1891839" y="710067"/>
                  <a:pt x="1898288" y="718624"/>
                </a:cubicBezTo>
                <a:cubicBezTo>
                  <a:pt x="1904737" y="727182"/>
                  <a:pt x="1907962" y="738034"/>
                  <a:pt x="1907962" y="751180"/>
                </a:cubicBezTo>
                <a:cubicBezTo>
                  <a:pt x="1907962" y="764823"/>
                  <a:pt x="1904179" y="776047"/>
                  <a:pt x="1896614" y="784853"/>
                </a:cubicBezTo>
                <a:cubicBezTo>
                  <a:pt x="1889048" y="793658"/>
                  <a:pt x="1878568" y="800170"/>
                  <a:pt x="1865174" y="804386"/>
                </a:cubicBezTo>
                <a:cubicBezTo>
                  <a:pt x="1851779" y="808603"/>
                  <a:pt x="1836276" y="810712"/>
                  <a:pt x="1818665" y="810712"/>
                </a:cubicBezTo>
                <a:cubicBezTo>
                  <a:pt x="1800310" y="810712"/>
                  <a:pt x="1784000" y="808355"/>
                  <a:pt x="1769738" y="803642"/>
                </a:cubicBezTo>
                <a:cubicBezTo>
                  <a:pt x="1755475" y="798929"/>
                  <a:pt x="1744127" y="791054"/>
                  <a:pt x="1735693" y="780016"/>
                </a:cubicBezTo>
                <a:cubicBezTo>
                  <a:pt x="1727260" y="768978"/>
                  <a:pt x="1722795" y="753785"/>
                  <a:pt x="1722299" y="734437"/>
                </a:cubicBezTo>
                <a:lnTo>
                  <a:pt x="1615142" y="734437"/>
                </a:lnTo>
                <a:cubicBezTo>
                  <a:pt x="1615142" y="772388"/>
                  <a:pt x="1624072" y="803146"/>
                  <a:pt x="1641932" y="826711"/>
                </a:cubicBezTo>
                <a:cubicBezTo>
                  <a:pt x="1659791" y="850275"/>
                  <a:pt x="1683913" y="867452"/>
                  <a:pt x="1714299" y="878242"/>
                </a:cubicBezTo>
                <a:cubicBezTo>
                  <a:pt x="1744685" y="889032"/>
                  <a:pt x="1778853" y="894427"/>
                  <a:pt x="1816804" y="894427"/>
                </a:cubicBezTo>
                <a:cubicBezTo>
                  <a:pt x="1854508" y="894427"/>
                  <a:pt x="1888304" y="889342"/>
                  <a:pt x="1918194" y="879173"/>
                </a:cubicBezTo>
                <a:cubicBezTo>
                  <a:pt x="1948083" y="869003"/>
                  <a:pt x="1971710" y="853004"/>
                  <a:pt x="1989073" y="831175"/>
                </a:cubicBezTo>
                <a:cubicBezTo>
                  <a:pt x="2006436" y="809347"/>
                  <a:pt x="2015118" y="780698"/>
                  <a:pt x="2015118" y="745227"/>
                </a:cubicBezTo>
                <a:cubicBezTo>
                  <a:pt x="2015118" y="713477"/>
                  <a:pt x="2009227" y="687866"/>
                  <a:pt x="1997445" y="668395"/>
                </a:cubicBezTo>
                <a:cubicBezTo>
                  <a:pt x="1985662" y="648923"/>
                  <a:pt x="1967617" y="633048"/>
                  <a:pt x="1943308" y="620770"/>
                </a:cubicBezTo>
                <a:cubicBezTo>
                  <a:pt x="1919000" y="608491"/>
                  <a:pt x="1887870" y="596771"/>
                  <a:pt x="1849919" y="585609"/>
                </a:cubicBezTo>
                <a:cubicBezTo>
                  <a:pt x="1818169" y="576431"/>
                  <a:pt x="1793922" y="568246"/>
                  <a:pt x="1777179" y="561052"/>
                </a:cubicBezTo>
                <a:cubicBezTo>
                  <a:pt x="1760436" y="553859"/>
                  <a:pt x="1748964" y="546480"/>
                  <a:pt x="1742762" y="538914"/>
                </a:cubicBezTo>
                <a:cubicBezTo>
                  <a:pt x="1736561" y="531349"/>
                  <a:pt x="1733461" y="522605"/>
                  <a:pt x="1733461" y="512683"/>
                </a:cubicBezTo>
                <a:cubicBezTo>
                  <a:pt x="1733461" y="495320"/>
                  <a:pt x="1740778" y="482484"/>
                  <a:pt x="1755413" y="474174"/>
                </a:cubicBezTo>
                <a:cubicBezTo>
                  <a:pt x="1770048" y="465864"/>
                  <a:pt x="1788527" y="461710"/>
                  <a:pt x="1810852" y="461710"/>
                </a:cubicBezTo>
                <a:cubicBezTo>
                  <a:pt x="1833424" y="461710"/>
                  <a:pt x="1852771" y="466981"/>
                  <a:pt x="1868894" y="477523"/>
                </a:cubicBezTo>
                <a:cubicBezTo>
                  <a:pt x="1885017" y="488065"/>
                  <a:pt x="1892955" y="504002"/>
                  <a:pt x="1892707" y="525334"/>
                </a:cubicBezTo>
                <a:lnTo>
                  <a:pt x="1999863" y="525334"/>
                </a:lnTo>
                <a:cubicBezTo>
                  <a:pt x="1999863" y="492343"/>
                  <a:pt x="1991306" y="465182"/>
                  <a:pt x="1974190" y="443850"/>
                </a:cubicBezTo>
                <a:cubicBezTo>
                  <a:pt x="1957075" y="422518"/>
                  <a:pt x="1934193" y="406643"/>
                  <a:pt x="1905543" y="396225"/>
                </a:cubicBezTo>
                <a:cubicBezTo>
                  <a:pt x="1876894" y="385807"/>
                  <a:pt x="1845454" y="380598"/>
                  <a:pt x="1811224" y="380598"/>
                </a:cubicBezTo>
                <a:close/>
                <a:moveTo>
                  <a:pt x="3687053" y="380226"/>
                </a:moveTo>
                <a:cubicBezTo>
                  <a:pt x="3634715" y="380226"/>
                  <a:pt x="3590377" y="390830"/>
                  <a:pt x="3554038" y="412038"/>
                </a:cubicBezTo>
                <a:cubicBezTo>
                  <a:pt x="3517699" y="433246"/>
                  <a:pt x="3490104" y="463136"/>
                  <a:pt x="3471252" y="501707"/>
                </a:cubicBezTo>
                <a:cubicBezTo>
                  <a:pt x="3452401" y="540278"/>
                  <a:pt x="3442975" y="585609"/>
                  <a:pt x="3442975" y="637699"/>
                </a:cubicBezTo>
                <a:cubicBezTo>
                  <a:pt x="3442975" y="689789"/>
                  <a:pt x="3452400" y="734995"/>
                  <a:pt x="3471252" y="773319"/>
                </a:cubicBezTo>
                <a:cubicBezTo>
                  <a:pt x="3490104" y="811642"/>
                  <a:pt x="3517699" y="841407"/>
                  <a:pt x="3554038" y="862615"/>
                </a:cubicBezTo>
                <a:cubicBezTo>
                  <a:pt x="3590377" y="883823"/>
                  <a:pt x="3634715" y="894427"/>
                  <a:pt x="3687053" y="894427"/>
                </a:cubicBezTo>
                <a:cubicBezTo>
                  <a:pt x="3739391" y="894427"/>
                  <a:pt x="3783668" y="883823"/>
                  <a:pt x="3819882" y="862615"/>
                </a:cubicBezTo>
                <a:cubicBezTo>
                  <a:pt x="3856097" y="841407"/>
                  <a:pt x="3883630" y="811642"/>
                  <a:pt x="3902482" y="773319"/>
                </a:cubicBezTo>
                <a:cubicBezTo>
                  <a:pt x="3921334" y="734995"/>
                  <a:pt x="3930759" y="689789"/>
                  <a:pt x="3930759" y="637699"/>
                </a:cubicBezTo>
                <a:cubicBezTo>
                  <a:pt x="3930759" y="585609"/>
                  <a:pt x="3921334" y="540278"/>
                  <a:pt x="3902482" y="501707"/>
                </a:cubicBezTo>
                <a:cubicBezTo>
                  <a:pt x="3883630" y="463136"/>
                  <a:pt x="3856097" y="433246"/>
                  <a:pt x="3819882" y="412038"/>
                </a:cubicBezTo>
                <a:cubicBezTo>
                  <a:pt x="3783668" y="390830"/>
                  <a:pt x="3739391" y="380226"/>
                  <a:pt x="3687053" y="380226"/>
                </a:cubicBezTo>
                <a:close/>
                <a:moveTo>
                  <a:pt x="3144128" y="380226"/>
                </a:moveTo>
                <a:cubicBezTo>
                  <a:pt x="3093526" y="380226"/>
                  <a:pt x="3049994" y="390830"/>
                  <a:pt x="3013532" y="412038"/>
                </a:cubicBezTo>
                <a:cubicBezTo>
                  <a:pt x="2977068" y="433246"/>
                  <a:pt x="2949039" y="463136"/>
                  <a:pt x="2929444" y="501707"/>
                </a:cubicBezTo>
                <a:cubicBezTo>
                  <a:pt x="2909848" y="540278"/>
                  <a:pt x="2900050" y="585609"/>
                  <a:pt x="2900050" y="637699"/>
                </a:cubicBezTo>
                <a:cubicBezTo>
                  <a:pt x="2900050" y="689789"/>
                  <a:pt x="2909848" y="734995"/>
                  <a:pt x="2929444" y="773319"/>
                </a:cubicBezTo>
                <a:cubicBezTo>
                  <a:pt x="2949039" y="811642"/>
                  <a:pt x="2977068" y="841407"/>
                  <a:pt x="3013532" y="862615"/>
                </a:cubicBezTo>
                <a:cubicBezTo>
                  <a:pt x="3049994" y="883823"/>
                  <a:pt x="3093526" y="894427"/>
                  <a:pt x="3144128" y="894427"/>
                </a:cubicBezTo>
                <a:cubicBezTo>
                  <a:pt x="3188280" y="894427"/>
                  <a:pt x="3226480" y="887172"/>
                  <a:pt x="3258726" y="872661"/>
                </a:cubicBezTo>
                <a:cubicBezTo>
                  <a:pt x="3290972" y="858151"/>
                  <a:pt x="3316397" y="836818"/>
                  <a:pt x="3335000" y="808665"/>
                </a:cubicBezTo>
                <a:cubicBezTo>
                  <a:pt x="3353604" y="780512"/>
                  <a:pt x="3364394" y="745971"/>
                  <a:pt x="3367370" y="705044"/>
                </a:cubicBezTo>
                <a:lnTo>
                  <a:pt x="3260214" y="705044"/>
                </a:lnTo>
                <a:cubicBezTo>
                  <a:pt x="3257238" y="737786"/>
                  <a:pt x="3245765" y="763025"/>
                  <a:pt x="3225798" y="780760"/>
                </a:cubicBezTo>
                <a:cubicBezTo>
                  <a:pt x="3205830" y="798495"/>
                  <a:pt x="3178606" y="807363"/>
                  <a:pt x="3144128" y="807363"/>
                </a:cubicBezTo>
                <a:cubicBezTo>
                  <a:pt x="3111386" y="807363"/>
                  <a:pt x="3085031" y="799549"/>
                  <a:pt x="3065063" y="783923"/>
                </a:cubicBezTo>
                <a:cubicBezTo>
                  <a:pt x="3045095" y="768296"/>
                  <a:pt x="3030585" y="747584"/>
                  <a:pt x="3021531" y="721787"/>
                </a:cubicBezTo>
                <a:cubicBezTo>
                  <a:pt x="3012477" y="695990"/>
                  <a:pt x="3007950" y="667961"/>
                  <a:pt x="3007950" y="637699"/>
                </a:cubicBezTo>
                <a:cubicBezTo>
                  <a:pt x="3007950" y="607189"/>
                  <a:pt x="3012477" y="579098"/>
                  <a:pt x="3021531" y="553425"/>
                </a:cubicBezTo>
                <a:cubicBezTo>
                  <a:pt x="3030584" y="527752"/>
                  <a:pt x="3045096" y="506978"/>
                  <a:pt x="3065063" y="491103"/>
                </a:cubicBezTo>
                <a:cubicBezTo>
                  <a:pt x="3085031" y="475228"/>
                  <a:pt x="3111386" y="467291"/>
                  <a:pt x="3144128" y="467291"/>
                </a:cubicBezTo>
                <a:cubicBezTo>
                  <a:pt x="3164468" y="467291"/>
                  <a:pt x="3182824" y="470639"/>
                  <a:pt x="3199194" y="477337"/>
                </a:cubicBezTo>
                <a:cubicBezTo>
                  <a:pt x="3215566" y="484034"/>
                  <a:pt x="3229022" y="494080"/>
                  <a:pt x="3239564" y="507474"/>
                </a:cubicBezTo>
                <a:cubicBezTo>
                  <a:pt x="3250106" y="520869"/>
                  <a:pt x="3256741" y="537736"/>
                  <a:pt x="3259470" y="558076"/>
                </a:cubicBezTo>
                <a:lnTo>
                  <a:pt x="3366626" y="558076"/>
                </a:lnTo>
                <a:cubicBezTo>
                  <a:pt x="3364642" y="519381"/>
                  <a:pt x="3353356" y="486824"/>
                  <a:pt x="3332768" y="460407"/>
                </a:cubicBezTo>
                <a:cubicBezTo>
                  <a:pt x="3312180" y="433990"/>
                  <a:pt x="3285391" y="414023"/>
                  <a:pt x="3252400" y="400504"/>
                </a:cubicBezTo>
                <a:cubicBezTo>
                  <a:pt x="3219410" y="386985"/>
                  <a:pt x="3183320" y="380226"/>
                  <a:pt x="3144128" y="380226"/>
                </a:cubicBezTo>
                <a:close/>
                <a:moveTo>
                  <a:pt x="2433474" y="380226"/>
                </a:moveTo>
                <a:cubicBezTo>
                  <a:pt x="2403460" y="380226"/>
                  <a:pt x="2377974" y="385187"/>
                  <a:pt x="2357014" y="395109"/>
                </a:cubicBezTo>
                <a:cubicBezTo>
                  <a:pt x="2336054" y="405031"/>
                  <a:pt x="2320054" y="418611"/>
                  <a:pt x="2309016" y="435851"/>
                </a:cubicBezTo>
                <a:cubicBezTo>
                  <a:pt x="2297978" y="453090"/>
                  <a:pt x="2292459" y="472624"/>
                  <a:pt x="2292459" y="494452"/>
                </a:cubicBezTo>
                <a:cubicBezTo>
                  <a:pt x="2292459" y="519257"/>
                  <a:pt x="2299032" y="543007"/>
                  <a:pt x="2312179" y="565703"/>
                </a:cubicBezTo>
                <a:lnTo>
                  <a:pt x="2339555" y="603244"/>
                </a:lnTo>
                <a:lnTo>
                  <a:pt x="2309574" y="620026"/>
                </a:lnTo>
                <a:cubicBezTo>
                  <a:pt x="2286258" y="634040"/>
                  <a:pt x="2267282" y="651342"/>
                  <a:pt x="2252648" y="671929"/>
                </a:cubicBezTo>
                <a:cubicBezTo>
                  <a:pt x="2238013" y="692517"/>
                  <a:pt x="2230696" y="718190"/>
                  <a:pt x="2230696" y="748948"/>
                </a:cubicBezTo>
                <a:cubicBezTo>
                  <a:pt x="2230696" y="779706"/>
                  <a:pt x="2238881" y="805813"/>
                  <a:pt x="2255252" y="827269"/>
                </a:cubicBezTo>
                <a:cubicBezTo>
                  <a:pt x="2271624" y="848725"/>
                  <a:pt x="2293514" y="865034"/>
                  <a:pt x="2320923" y="876196"/>
                </a:cubicBezTo>
                <a:cubicBezTo>
                  <a:pt x="2348332" y="887358"/>
                  <a:pt x="2378780" y="892939"/>
                  <a:pt x="2412266" y="892939"/>
                </a:cubicBezTo>
                <a:cubicBezTo>
                  <a:pt x="2447984" y="892939"/>
                  <a:pt x="2481037" y="887668"/>
                  <a:pt x="2511422" y="877126"/>
                </a:cubicBezTo>
                <a:cubicBezTo>
                  <a:pt x="2526616" y="871855"/>
                  <a:pt x="2541080" y="865049"/>
                  <a:pt x="2554815" y="856709"/>
                </a:cubicBezTo>
                <a:lnTo>
                  <a:pt x="2556170" y="855786"/>
                </a:lnTo>
                <a:lnTo>
                  <a:pt x="2584162" y="887730"/>
                </a:lnTo>
                <a:lnTo>
                  <a:pt x="2705457" y="887730"/>
                </a:lnTo>
                <a:lnTo>
                  <a:pt x="2623135" y="794470"/>
                </a:lnTo>
                <a:lnTo>
                  <a:pt x="2636438" y="776481"/>
                </a:lnTo>
                <a:cubicBezTo>
                  <a:pt x="2648468" y="757878"/>
                  <a:pt x="2657832" y="736918"/>
                  <a:pt x="2664530" y="713601"/>
                </a:cubicBezTo>
                <a:cubicBezTo>
                  <a:pt x="2671227" y="690285"/>
                  <a:pt x="2674576" y="664364"/>
                  <a:pt x="2674576" y="635839"/>
                </a:cubicBezTo>
                <a:lnTo>
                  <a:pt x="2574116" y="635839"/>
                </a:lnTo>
                <a:cubicBezTo>
                  <a:pt x="2574116" y="664860"/>
                  <a:pt x="2570582" y="689479"/>
                  <a:pt x="2563512" y="709695"/>
                </a:cubicBezTo>
                <a:lnTo>
                  <a:pt x="2558378" y="721109"/>
                </a:lnTo>
                <a:lnTo>
                  <a:pt x="2467745" y="618433"/>
                </a:lnTo>
                <a:lnTo>
                  <a:pt x="2505842" y="595469"/>
                </a:lnTo>
                <a:cubicBezTo>
                  <a:pt x="2522833" y="583687"/>
                  <a:pt x="2536723" y="569548"/>
                  <a:pt x="2547514" y="553053"/>
                </a:cubicBezTo>
                <a:cubicBezTo>
                  <a:pt x="2558304" y="536558"/>
                  <a:pt x="2563698" y="516528"/>
                  <a:pt x="2563698" y="492964"/>
                </a:cubicBezTo>
                <a:cubicBezTo>
                  <a:pt x="2563698" y="472128"/>
                  <a:pt x="2558924" y="453214"/>
                  <a:pt x="2549374" y="436223"/>
                </a:cubicBezTo>
                <a:cubicBezTo>
                  <a:pt x="2539824" y="419232"/>
                  <a:pt x="2525437" y="405651"/>
                  <a:pt x="2506214" y="395481"/>
                </a:cubicBezTo>
                <a:cubicBezTo>
                  <a:pt x="2486990" y="385311"/>
                  <a:pt x="2462743" y="380226"/>
                  <a:pt x="2433474" y="380226"/>
                </a:cubicBezTo>
                <a:close/>
                <a:moveTo>
                  <a:pt x="1305803" y="380226"/>
                </a:moveTo>
                <a:cubicBezTo>
                  <a:pt x="1253465" y="380226"/>
                  <a:pt x="1209127" y="390830"/>
                  <a:pt x="1172788" y="412038"/>
                </a:cubicBezTo>
                <a:cubicBezTo>
                  <a:pt x="1136449" y="433246"/>
                  <a:pt x="1108854" y="463136"/>
                  <a:pt x="1090003" y="501707"/>
                </a:cubicBezTo>
                <a:cubicBezTo>
                  <a:pt x="1071151" y="540278"/>
                  <a:pt x="1061725" y="585609"/>
                  <a:pt x="1061725" y="637699"/>
                </a:cubicBezTo>
                <a:cubicBezTo>
                  <a:pt x="1061725" y="689789"/>
                  <a:pt x="1071151" y="734995"/>
                  <a:pt x="1090003" y="773319"/>
                </a:cubicBezTo>
                <a:cubicBezTo>
                  <a:pt x="1108854" y="811642"/>
                  <a:pt x="1136449" y="841407"/>
                  <a:pt x="1172788" y="862615"/>
                </a:cubicBezTo>
                <a:cubicBezTo>
                  <a:pt x="1209127" y="883823"/>
                  <a:pt x="1253465" y="894427"/>
                  <a:pt x="1305803" y="894427"/>
                </a:cubicBezTo>
                <a:cubicBezTo>
                  <a:pt x="1358141" y="894427"/>
                  <a:pt x="1402418" y="883823"/>
                  <a:pt x="1438633" y="862615"/>
                </a:cubicBezTo>
                <a:cubicBezTo>
                  <a:pt x="1474847" y="841407"/>
                  <a:pt x="1502380" y="811642"/>
                  <a:pt x="1521232" y="773319"/>
                </a:cubicBezTo>
                <a:cubicBezTo>
                  <a:pt x="1540083" y="734995"/>
                  <a:pt x="1549509" y="689789"/>
                  <a:pt x="1549509" y="637699"/>
                </a:cubicBezTo>
                <a:cubicBezTo>
                  <a:pt x="1549509" y="585609"/>
                  <a:pt x="1540084" y="540278"/>
                  <a:pt x="1521232" y="501707"/>
                </a:cubicBezTo>
                <a:cubicBezTo>
                  <a:pt x="1502380" y="463136"/>
                  <a:pt x="1474847" y="433246"/>
                  <a:pt x="1438633" y="412038"/>
                </a:cubicBezTo>
                <a:cubicBezTo>
                  <a:pt x="1402418" y="390830"/>
                  <a:pt x="1358141" y="380226"/>
                  <a:pt x="1305803" y="380226"/>
                </a:cubicBezTo>
                <a:close/>
                <a:moveTo>
                  <a:pt x="0" y="0"/>
                </a:moveTo>
                <a:lnTo>
                  <a:pt x="5242560" y="0"/>
                </a:lnTo>
                <a:lnTo>
                  <a:pt x="5242560" y="6141720"/>
                </a:lnTo>
                <a:lnTo>
                  <a:pt x="0" y="6141720"/>
                </a:ln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IN" sz="6000" b="1" dirty="0"/>
          </a:p>
        </p:txBody>
      </p:sp>
      <p:grpSp>
        <p:nvGrpSpPr>
          <p:cNvPr id="59" name="Group 58">
            <a:extLst>
              <a:ext uri="{FF2B5EF4-FFF2-40B4-BE49-F238E27FC236}">
                <a16:creationId xmlns:a16="http://schemas.microsoft.com/office/drawing/2014/main" id="{16468D09-A7C9-9C59-7AE5-0986F465AA20}"/>
              </a:ext>
            </a:extLst>
          </p:cNvPr>
          <p:cNvGrpSpPr/>
          <p:nvPr/>
        </p:nvGrpSpPr>
        <p:grpSpPr>
          <a:xfrm>
            <a:off x="6424944" y="2134797"/>
            <a:ext cx="2716904" cy="4138681"/>
            <a:chOff x="419445" y="1073105"/>
            <a:chExt cx="5349240" cy="4983480"/>
          </a:xfrm>
          <a:solidFill>
            <a:schemeClr val="tx2">
              <a:lumMod val="90000"/>
              <a:lumOff val="10000"/>
            </a:schemeClr>
          </a:solidFill>
        </p:grpSpPr>
        <p:sp>
          <p:nvSpPr>
            <p:cNvPr id="60" name="Rounded Rectangle 4">
              <a:extLst>
                <a:ext uri="{FF2B5EF4-FFF2-40B4-BE49-F238E27FC236}">
                  <a16:creationId xmlns:a16="http://schemas.microsoft.com/office/drawing/2014/main" id="{3031877F-8C1E-88A9-C35C-9EF721089D21}"/>
                </a:ext>
              </a:extLst>
            </p:cNvPr>
            <p:cNvSpPr/>
            <p:nvPr/>
          </p:nvSpPr>
          <p:spPr>
            <a:xfrm>
              <a:off x="419445" y="1073105"/>
              <a:ext cx="5349240" cy="4983480"/>
            </a:xfrm>
            <a:prstGeom prst="roundRect">
              <a:avLst/>
            </a:prstGeom>
            <a:grpFill/>
            <a:ln w="12700">
              <a:solidFill>
                <a:srgbClr val="49D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61" name="TextBox 60">
              <a:extLst>
                <a:ext uri="{FF2B5EF4-FFF2-40B4-BE49-F238E27FC236}">
                  <a16:creationId xmlns:a16="http://schemas.microsoft.com/office/drawing/2014/main" id="{B4E9FCA7-2BE9-8D9B-B571-5DAA7B854BE7}"/>
                </a:ext>
              </a:extLst>
            </p:cNvPr>
            <p:cNvSpPr txBox="1"/>
            <p:nvPr/>
          </p:nvSpPr>
          <p:spPr>
            <a:xfrm>
              <a:off x="868682" y="1415488"/>
              <a:ext cx="2979659" cy="334691"/>
            </a:xfrm>
            <a:prstGeom prst="rect">
              <a:avLst/>
            </a:prstGeom>
            <a:grpFill/>
          </p:spPr>
          <p:txBody>
            <a:bodyPr wrap="square" lIns="18288" tIns="18288" rIns="18288" bIns="18288" anchor="t">
              <a:spAutoFit/>
            </a:bodyPr>
            <a:lstStyle/>
            <a:p>
              <a:pPr algn="l"/>
              <a:r>
                <a:rPr sz="1500" b="1" dirty="0">
                  <a:solidFill>
                    <a:srgbClr val="49DC9A"/>
                  </a:solidFill>
                  <a:latin typeface="Aptos"/>
                </a:rPr>
                <a:t>ADVANTAGES</a:t>
              </a:r>
            </a:p>
          </p:txBody>
        </p:sp>
        <p:sp>
          <p:nvSpPr>
            <p:cNvPr id="62" name="TextBox 61">
              <a:extLst>
                <a:ext uri="{FF2B5EF4-FFF2-40B4-BE49-F238E27FC236}">
                  <a16:creationId xmlns:a16="http://schemas.microsoft.com/office/drawing/2014/main" id="{F2B13AB6-4A41-D70A-AD15-DA6E387491C1}"/>
                </a:ext>
              </a:extLst>
            </p:cNvPr>
            <p:cNvSpPr txBox="1"/>
            <p:nvPr/>
          </p:nvSpPr>
          <p:spPr>
            <a:xfrm>
              <a:off x="868681" y="2060772"/>
              <a:ext cx="320040" cy="228601"/>
            </a:xfrm>
            <a:prstGeom prst="rect">
              <a:avLst/>
            </a:prstGeom>
            <a:grpFill/>
          </p:spPr>
          <p:txBody>
            <a:bodyPr wrap="square" lIns="18288" tIns="18288" rIns="18288" bIns="18288" anchor="t">
              <a:spAutoFit/>
            </a:bodyPr>
            <a:lstStyle/>
            <a:p>
              <a:pPr algn="l"/>
              <a:r>
                <a:rPr sz="1300" b="1" dirty="0">
                  <a:solidFill>
                    <a:srgbClr val="49DC9A"/>
                  </a:solidFill>
                  <a:latin typeface="Aptos"/>
                </a:rPr>
                <a:t>✓</a:t>
              </a:r>
            </a:p>
          </p:txBody>
        </p:sp>
        <p:sp>
          <p:nvSpPr>
            <p:cNvPr id="63" name="TextBox 62">
              <a:extLst>
                <a:ext uri="{FF2B5EF4-FFF2-40B4-BE49-F238E27FC236}">
                  <a16:creationId xmlns:a16="http://schemas.microsoft.com/office/drawing/2014/main" id="{B6019C0C-3216-755E-B83C-020B01198AC1}"/>
                </a:ext>
              </a:extLst>
            </p:cNvPr>
            <p:cNvSpPr txBox="1"/>
            <p:nvPr/>
          </p:nvSpPr>
          <p:spPr>
            <a:xfrm>
              <a:off x="1234440" y="2029968"/>
              <a:ext cx="4251960" cy="457200"/>
            </a:xfrm>
            <a:prstGeom prst="rect">
              <a:avLst/>
            </a:prstGeom>
            <a:grpFill/>
          </p:spPr>
          <p:txBody>
            <a:bodyPr wrap="square" lIns="18288" tIns="18288" rIns="18288" bIns="18288" anchor="t">
              <a:spAutoFit/>
            </a:bodyPr>
            <a:lstStyle/>
            <a:p>
              <a:pPr algn="l"/>
              <a:r>
                <a:rPr sz="1250" b="0">
                  <a:solidFill>
                    <a:srgbClr val="F2F6FC"/>
                  </a:solidFill>
                  <a:latin typeface="Aptos"/>
                </a:rPr>
                <a:t>Lower context tokens, cost and latency</a:t>
              </a:r>
            </a:p>
          </p:txBody>
        </p:sp>
        <p:sp>
          <p:nvSpPr>
            <p:cNvPr id="64" name="TextBox 63">
              <a:extLst>
                <a:ext uri="{FF2B5EF4-FFF2-40B4-BE49-F238E27FC236}">
                  <a16:creationId xmlns:a16="http://schemas.microsoft.com/office/drawing/2014/main" id="{852F653D-1C6C-940B-CEC4-7DCFE63F58D7}"/>
                </a:ext>
              </a:extLst>
            </p:cNvPr>
            <p:cNvSpPr txBox="1"/>
            <p:nvPr/>
          </p:nvSpPr>
          <p:spPr>
            <a:xfrm>
              <a:off x="868680" y="2724912"/>
              <a:ext cx="320040" cy="228600"/>
            </a:xfrm>
            <a:prstGeom prst="rect">
              <a:avLst/>
            </a:prstGeom>
            <a:grpFill/>
          </p:spPr>
          <p:txBody>
            <a:bodyPr wrap="square" lIns="18288" tIns="18288" rIns="18288" bIns="18288" anchor="t">
              <a:spAutoFit/>
            </a:bodyPr>
            <a:lstStyle/>
            <a:p>
              <a:pPr algn="l"/>
              <a:r>
                <a:rPr sz="1300" b="1">
                  <a:solidFill>
                    <a:srgbClr val="49DC9A"/>
                  </a:solidFill>
                  <a:latin typeface="Aptos"/>
                </a:rPr>
                <a:t>✓</a:t>
              </a:r>
            </a:p>
          </p:txBody>
        </p:sp>
        <p:sp>
          <p:nvSpPr>
            <p:cNvPr id="65" name="TextBox 64">
              <a:extLst>
                <a:ext uri="{FF2B5EF4-FFF2-40B4-BE49-F238E27FC236}">
                  <a16:creationId xmlns:a16="http://schemas.microsoft.com/office/drawing/2014/main" id="{3462CFCA-0918-05B5-9D3B-CFE8F6A84573}"/>
                </a:ext>
              </a:extLst>
            </p:cNvPr>
            <p:cNvSpPr txBox="1"/>
            <p:nvPr/>
          </p:nvSpPr>
          <p:spPr>
            <a:xfrm>
              <a:off x="1234440" y="2651760"/>
              <a:ext cx="4251960" cy="457200"/>
            </a:xfrm>
            <a:prstGeom prst="rect">
              <a:avLst/>
            </a:prstGeom>
            <a:grpFill/>
          </p:spPr>
          <p:txBody>
            <a:bodyPr wrap="square" lIns="18288" tIns="18288" rIns="18288" bIns="18288" anchor="t">
              <a:spAutoFit/>
            </a:bodyPr>
            <a:lstStyle/>
            <a:p>
              <a:pPr algn="l"/>
              <a:r>
                <a:rPr sz="1250" b="0" dirty="0">
                  <a:solidFill>
                    <a:srgbClr val="F2F6FC"/>
                  </a:solidFill>
                  <a:latin typeface="Aptos"/>
                </a:rPr>
                <a:t>Transparent memory decisions with reasons</a:t>
              </a:r>
            </a:p>
          </p:txBody>
        </p:sp>
        <p:sp>
          <p:nvSpPr>
            <p:cNvPr id="66" name="TextBox 65">
              <a:extLst>
                <a:ext uri="{FF2B5EF4-FFF2-40B4-BE49-F238E27FC236}">
                  <a16:creationId xmlns:a16="http://schemas.microsoft.com/office/drawing/2014/main" id="{D839965B-FC8C-35B7-E97B-835C7F94D252}"/>
                </a:ext>
              </a:extLst>
            </p:cNvPr>
            <p:cNvSpPr txBox="1"/>
            <p:nvPr/>
          </p:nvSpPr>
          <p:spPr>
            <a:xfrm>
              <a:off x="868680" y="3346704"/>
              <a:ext cx="320040" cy="228600"/>
            </a:xfrm>
            <a:prstGeom prst="rect">
              <a:avLst/>
            </a:prstGeom>
            <a:grpFill/>
          </p:spPr>
          <p:txBody>
            <a:bodyPr wrap="square" lIns="18288" tIns="18288" rIns="18288" bIns="18288" anchor="t">
              <a:spAutoFit/>
            </a:bodyPr>
            <a:lstStyle/>
            <a:p>
              <a:pPr algn="l"/>
              <a:r>
                <a:rPr sz="1300" b="1">
                  <a:solidFill>
                    <a:srgbClr val="49DC9A"/>
                  </a:solidFill>
                  <a:latin typeface="Aptos"/>
                </a:rPr>
                <a:t>✓</a:t>
              </a:r>
            </a:p>
          </p:txBody>
        </p:sp>
        <p:sp>
          <p:nvSpPr>
            <p:cNvPr id="67" name="TextBox 66">
              <a:extLst>
                <a:ext uri="{FF2B5EF4-FFF2-40B4-BE49-F238E27FC236}">
                  <a16:creationId xmlns:a16="http://schemas.microsoft.com/office/drawing/2014/main" id="{7A0F7BC9-F235-2BAD-08A4-03EDA7B22873}"/>
                </a:ext>
              </a:extLst>
            </p:cNvPr>
            <p:cNvSpPr txBox="1"/>
            <p:nvPr/>
          </p:nvSpPr>
          <p:spPr>
            <a:xfrm>
              <a:off x="1234440" y="3273552"/>
              <a:ext cx="4251960" cy="457200"/>
            </a:xfrm>
            <a:prstGeom prst="rect">
              <a:avLst/>
            </a:prstGeom>
            <a:grpFill/>
          </p:spPr>
          <p:txBody>
            <a:bodyPr wrap="square" lIns="18288" tIns="18288" rIns="18288" bIns="18288" anchor="t">
              <a:spAutoFit/>
            </a:bodyPr>
            <a:lstStyle/>
            <a:p>
              <a:pPr algn="l"/>
              <a:r>
                <a:rPr sz="1250" b="0">
                  <a:solidFill>
                    <a:srgbClr val="F2F6FC"/>
                  </a:solidFill>
                  <a:latin typeface="Aptos"/>
                </a:rPr>
                <a:t>Restore, branch and merge instead of restarting</a:t>
              </a:r>
            </a:p>
          </p:txBody>
        </p:sp>
        <p:sp>
          <p:nvSpPr>
            <p:cNvPr id="68" name="TextBox 67">
              <a:extLst>
                <a:ext uri="{FF2B5EF4-FFF2-40B4-BE49-F238E27FC236}">
                  <a16:creationId xmlns:a16="http://schemas.microsoft.com/office/drawing/2014/main" id="{00ED866D-722A-47C6-9576-083B6B64F677}"/>
                </a:ext>
              </a:extLst>
            </p:cNvPr>
            <p:cNvSpPr txBox="1"/>
            <p:nvPr/>
          </p:nvSpPr>
          <p:spPr>
            <a:xfrm>
              <a:off x="868680" y="3968496"/>
              <a:ext cx="320040" cy="228600"/>
            </a:xfrm>
            <a:prstGeom prst="rect">
              <a:avLst/>
            </a:prstGeom>
            <a:grpFill/>
          </p:spPr>
          <p:txBody>
            <a:bodyPr wrap="square" lIns="18288" tIns="18288" rIns="18288" bIns="18288" anchor="t">
              <a:spAutoFit/>
            </a:bodyPr>
            <a:lstStyle/>
            <a:p>
              <a:pPr algn="l"/>
              <a:r>
                <a:rPr sz="1300" b="1">
                  <a:solidFill>
                    <a:srgbClr val="49DC9A"/>
                  </a:solidFill>
                  <a:latin typeface="Aptos"/>
                </a:rPr>
                <a:t>✓</a:t>
              </a:r>
            </a:p>
          </p:txBody>
        </p:sp>
        <p:sp>
          <p:nvSpPr>
            <p:cNvPr id="69" name="TextBox 68">
              <a:extLst>
                <a:ext uri="{FF2B5EF4-FFF2-40B4-BE49-F238E27FC236}">
                  <a16:creationId xmlns:a16="http://schemas.microsoft.com/office/drawing/2014/main" id="{3B2CF0A7-328F-9A60-C6E1-62BCC9ECA02A}"/>
                </a:ext>
              </a:extLst>
            </p:cNvPr>
            <p:cNvSpPr txBox="1"/>
            <p:nvPr/>
          </p:nvSpPr>
          <p:spPr>
            <a:xfrm>
              <a:off x="1234440" y="3895344"/>
              <a:ext cx="4251960" cy="457200"/>
            </a:xfrm>
            <a:prstGeom prst="rect">
              <a:avLst/>
            </a:prstGeom>
            <a:grpFill/>
          </p:spPr>
          <p:txBody>
            <a:bodyPr wrap="square" lIns="18288" tIns="18288" rIns="18288" bIns="18288" anchor="t">
              <a:spAutoFit/>
            </a:bodyPr>
            <a:lstStyle/>
            <a:p>
              <a:pPr algn="l"/>
              <a:r>
                <a:rPr sz="1250" b="0">
                  <a:solidFill>
                    <a:srgbClr val="F2F6FC"/>
                  </a:solidFill>
                  <a:latin typeface="Aptos"/>
                </a:rPr>
                <a:t>Manual user control over trim / expand</a:t>
              </a:r>
            </a:p>
          </p:txBody>
        </p:sp>
        <p:sp>
          <p:nvSpPr>
            <p:cNvPr id="70" name="TextBox 69">
              <a:extLst>
                <a:ext uri="{FF2B5EF4-FFF2-40B4-BE49-F238E27FC236}">
                  <a16:creationId xmlns:a16="http://schemas.microsoft.com/office/drawing/2014/main" id="{82B8368A-E89A-8A75-5C8A-2BB231E4584D}"/>
                </a:ext>
              </a:extLst>
            </p:cNvPr>
            <p:cNvSpPr txBox="1"/>
            <p:nvPr/>
          </p:nvSpPr>
          <p:spPr>
            <a:xfrm>
              <a:off x="868680" y="4590288"/>
              <a:ext cx="320040" cy="228600"/>
            </a:xfrm>
            <a:prstGeom prst="rect">
              <a:avLst/>
            </a:prstGeom>
            <a:grpFill/>
          </p:spPr>
          <p:txBody>
            <a:bodyPr wrap="square" lIns="18288" tIns="18288" rIns="18288" bIns="18288" anchor="t">
              <a:spAutoFit/>
            </a:bodyPr>
            <a:lstStyle/>
            <a:p>
              <a:pPr algn="l"/>
              <a:r>
                <a:rPr sz="1300" b="1">
                  <a:solidFill>
                    <a:srgbClr val="49DC9A"/>
                  </a:solidFill>
                  <a:latin typeface="Aptos"/>
                </a:rPr>
                <a:t>✓</a:t>
              </a:r>
            </a:p>
          </p:txBody>
        </p:sp>
        <p:sp>
          <p:nvSpPr>
            <p:cNvPr id="71" name="TextBox 70">
              <a:extLst>
                <a:ext uri="{FF2B5EF4-FFF2-40B4-BE49-F238E27FC236}">
                  <a16:creationId xmlns:a16="http://schemas.microsoft.com/office/drawing/2014/main" id="{B9469D05-5DEE-EE70-5F1F-308A0727385E}"/>
                </a:ext>
              </a:extLst>
            </p:cNvPr>
            <p:cNvSpPr txBox="1"/>
            <p:nvPr/>
          </p:nvSpPr>
          <p:spPr>
            <a:xfrm>
              <a:off x="1234440" y="4517136"/>
              <a:ext cx="4251960" cy="457200"/>
            </a:xfrm>
            <a:prstGeom prst="rect">
              <a:avLst/>
            </a:prstGeom>
            <a:grpFill/>
          </p:spPr>
          <p:txBody>
            <a:bodyPr wrap="square" lIns="18288" tIns="18288" rIns="18288" bIns="18288" anchor="t">
              <a:spAutoFit/>
            </a:bodyPr>
            <a:lstStyle/>
            <a:p>
              <a:pPr algn="l"/>
              <a:r>
                <a:rPr sz="1250" b="0">
                  <a:solidFill>
                    <a:srgbClr val="F2F6FC"/>
                  </a:solidFill>
                  <a:latin typeface="Aptos"/>
                </a:rPr>
                <a:t>Works with multiple LLM providers</a:t>
              </a:r>
            </a:p>
          </p:txBody>
        </p:sp>
        <p:sp>
          <p:nvSpPr>
            <p:cNvPr id="72" name="TextBox 71">
              <a:extLst>
                <a:ext uri="{FF2B5EF4-FFF2-40B4-BE49-F238E27FC236}">
                  <a16:creationId xmlns:a16="http://schemas.microsoft.com/office/drawing/2014/main" id="{69FD4EEB-DE65-3AB6-57EE-850C6A06D060}"/>
                </a:ext>
              </a:extLst>
            </p:cNvPr>
            <p:cNvSpPr txBox="1"/>
            <p:nvPr/>
          </p:nvSpPr>
          <p:spPr>
            <a:xfrm>
              <a:off x="868680" y="5212080"/>
              <a:ext cx="320040" cy="228600"/>
            </a:xfrm>
            <a:prstGeom prst="rect">
              <a:avLst/>
            </a:prstGeom>
            <a:grpFill/>
          </p:spPr>
          <p:txBody>
            <a:bodyPr wrap="square" lIns="18288" tIns="18288" rIns="18288" bIns="18288" anchor="t">
              <a:spAutoFit/>
            </a:bodyPr>
            <a:lstStyle/>
            <a:p>
              <a:pPr algn="l"/>
              <a:r>
                <a:rPr sz="1300" b="1">
                  <a:solidFill>
                    <a:srgbClr val="49DC9A"/>
                  </a:solidFill>
                  <a:latin typeface="Aptos"/>
                </a:rPr>
                <a:t>✓</a:t>
              </a:r>
            </a:p>
          </p:txBody>
        </p:sp>
        <p:sp>
          <p:nvSpPr>
            <p:cNvPr id="73" name="TextBox 72">
              <a:extLst>
                <a:ext uri="{FF2B5EF4-FFF2-40B4-BE49-F238E27FC236}">
                  <a16:creationId xmlns:a16="http://schemas.microsoft.com/office/drawing/2014/main" id="{D4E7547F-F8E0-00DD-FDD6-8472475A9949}"/>
                </a:ext>
              </a:extLst>
            </p:cNvPr>
            <p:cNvSpPr txBox="1"/>
            <p:nvPr/>
          </p:nvSpPr>
          <p:spPr>
            <a:xfrm>
              <a:off x="1234440" y="5138928"/>
              <a:ext cx="4251960" cy="457200"/>
            </a:xfrm>
            <a:prstGeom prst="rect">
              <a:avLst/>
            </a:prstGeom>
            <a:grpFill/>
          </p:spPr>
          <p:txBody>
            <a:bodyPr wrap="square" lIns="18288" tIns="18288" rIns="18288" bIns="18288" anchor="t">
              <a:spAutoFit/>
            </a:bodyPr>
            <a:lstStyle/>
            <a:p>
              <a:pPr algn="l"/>
              <a:r>
                <a:rPr sz="1250" b="0">
                  <a:solidFill>
                    <a:srgbClr val="F2F6FC"/>
                  </a:solidFill>
                  <a:latin typeface="Aptos"/>
                </a:rPr>
                <a:t>Version history supports debugging and trust</a:t>
              </a:r>
            </a:p>
          </p:txBody>
        </p:sp>
      </p:grpSp>
      <p:grpSp>
        <p:nvGrpSpPr>
          <p:cNvPr id="74" name="Group 73">
            <a:extLst>
              <a:ext uri="{FF2B5EF4-FFF2-40B4-BE49-F238E27FC236}">
                <a16:creationId xmlns:a16="http://schemas.microsoft.com/office/drawing/2014/main" id="{D47FA0CA-BAE1-719E-8B52-000C697D3395}"/>
              </a:ext>
            </a:extLst>
          </p:cNvPr>
          <p:cNvGrpSpPr/>
          <p:nvPr/>
        </p:nvGrpSpPr>
        <p:grpSpPr>
          <a:xfrm>
            <a:off x="9438224" y="2134797"/>
            <a:ext cx="2618718" cy="4138681"/>
            <a:chOff x="6199632" y="1280160"/>
            <a:chExt cx="5413248" cy="4983480"/>
          </a:xfrm>
          <a:solidFill>
            <a:schemeClr val="tx2">
              <a:lumMod val="90000"/>
              <a:lumOff val="10000"/>
            </a:schemeClr>
          </a:solidFill>
        </p:grpSpPr>
        <p:sp>
          <p:nvSpPr>
            <p:cNvPr id="75" name="Rounded Rectangle 18">
              <a:extLst>
                <a:ext uri="{FF2B5EF4-FFF2-40B4-BE49-F238E27FC236}">
                  <a16:creationId xmlns:a16="http://schemas.microsoft.com/office/drawing/2014/main" id="{6C3EC17F-ECAC-053B-99D1-586320AD402A}"/>
                </a:ext>
              </a:extLst>
            </p:cNvPr>
            <p:cNvSpPr/>
            <p:nvPr/>
          </p:nvSpPr>
          <p:spPr>
            <a:xfrm>
              <a:off x="6199632" y="1280160"/>
              <a:ext cx="5413248" cy="4983480"/>
            </a:xfrm>
            <a:prstGeom prst="roundRect">
              <a:avLst/>
            </a:prstGeom>
            <a:grpFill/>
            <a:ln w="12700">
              <a:solidFill>
                <a:srgbClr val="FFB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a:extLst>
                <a:ext uri="{FF2B5EF4-FFF2-40B4-BE49-F238E27FC236}">
                  <a16:creationId xmlns:a16="http://schemas.microsoft.com/office/drawing/2014/main" id="{A25D8082-D2E9-DA40-B16D-A3D85268C612}"/>
                </a:ext>
              </a:extLst>
            </p:cNvPr>
            <p:cNvSpPr txBox="1"/>
            <p:nvPr/>
          </p:nvSpPr>
          <p:spPr>
            <a:xfrm>
              <a:off x="6473952" y="1554480"/>
              <a:ext cx="4526278" cy="759242"/>
            </a:xfrm>
            <a:prstGeom prst="rect">
              <a:avLst/>
            </a:prstGeom>
            <a:grpFill/>
          </p:spPr>
          <p:txBody>
            <a:bodyPr wrap="square" lIns="18288" tIns="18288" rIns="18288" bIns="18288" anchor="t">
              <a:spAutoFit/>
            </a:bodyPr>
            <a:lstStyle/>
            <a:p>
              <a:pPr algn="l"/>
              <a:r>
                <a:rPr sz="1500" b="1" dirty="0">
                  <a:solidFill>
                    <a:srgbClr val="FFB24F"/>
                  </a:solidFill>
                  <a:latin typeface="Aptos"/>
                </a:rPr>
                <a:t>LIMITATIONS / RISKS</a:t>
              </a:r>
            </a:p>
          </p:txBody>
        </p:sp>
        <p:sp>
          <p:nvSpPr>
            <p:cNvPr id="77" name="TextBox 76">
              <a:extLst>
                <a:ext uri="{FF2B5EF4-FFF2-40B4-BE49-F238E27FC236}">
                  <a16:creationId xmlns:a16="http://schemas.microsoft.com/office/drawing/2014/main" id="{DD764224-D356-83F9-79B0-DCA4ABC9B064}"/>
                </a:ext>
              </a:extLst>
            </p:cNvPr>
            <p:cNvSpPr txBox="1"/>
            <p:nvPr/>
          </p:nvSpPr>
          <p:spPr>
            <a:xfrm>
              <a:off x="6492240" y="2103120"/>
              <a:ext cx="320040" cy="228600"/>
            </a:xfrm>
            <a:prstGeom prst="rect">
              <a:avLst/>
            </a:prstGeom>
            <a:grpFill/>
          </p:spPr>
          <p:txBody>
            <a:bodyPr wrap="square" lIns="18288" tIns="18288" rIns="18288" bIns="18288" anchor="t">
              <a:spAutoFit/>
            </a:bodyPr>
            <a:lstStyle/>
            <a:p>
              <a:pPr algn="l"/>
              <a:r>
                <a:rPr sz="1300" b="1">
                  <a:solidFill>
                    <a:srgbClr val="FFB24F"/>
                  </a:solidFill>
                  <a:latin typeface="Aptos"/>
                </a:rPr>
                <a:t>!</a:t>
              </a:r>
            </a:p>
          </p:txBody>
        </p:sp>
        <p:sp>
          <p:nvSpPr>
            <p:cNvPr id="78" name="TextBox 77">
              <a:extLst>
                <a:ext uri="{FF2B5EF4-FFF2-40B4-BE49-F238E27FC236}">
                  <a16:creationId xmlns:a16="http://schemas.microsoft.com/office/drawing/2014/main" id="{851524F8-0745-EF40-EBCB-04EE86004243}"/>
                </a:ext>
              </a:extLst>
            </p:cNvPr>
            <p:cNvSpPr txBox="1"/>
            <p:nvPr/>
          </p:nvSpPr>
          <p:spPr>
            <a:xfrm>
              <a:off x="6839712" y="2029968"/>
              <a:ext cx="4160520" cy="457200"/>
            </a:xfrm>
            <a:prstGeom prst="rect">
              <a:avLst/>
            </a:prstGeom>
            <a:grpFill/>
          </p:spPr>
          <p:txBody>
            <a:bodyPr wrap="square" lIns="18288" tIns="18288" rIns="18288" bIns="18288" anchor="t">
              <a:spAutoFit/>
            </a:bodyPr>
            <a:lstStyle/>
            <a:p>
              <a:pPr algn="l"/>
              <a:r>
                <a:rPr sz="1250" b="0">
                  <a:solidFill>
                    <a:srgbClr val="F2F6FC"/>
                  </a:solidFill>
                  <a:latin typeface="Aptos"/>
                </a:rPr>
                <a:t>Bad summarization can remove a critical detail</a:t>
              </a:r>
            </a:p>
          </p:txBody>
        </p:sp>
        <p:sp>
          <p:nvSpPr>
            <p:cNvPr id="79" name="TextBox 78">
              <a:extLst>
                <a:ext uri="{FF2B5EF4-FFF2-40B4-BE49-F238E27FC236}">
                  <a16:creationId xmlns:a16="http://schemas.microsoft.com/office/drawing/2014/main" id="{5B52CD01-BECD-EEB2-F471-E756A44E6EAA}"/>
                </a:ext>
              </a:extLst>
            </p:cNvPr>
            <p:cNvSpPr txBox="1"/>
            <p:nvPr/>
          </p:nvSpPr>
          <p:spPr>
            <a:xfrm>
              <a:off x="6492240" y="2724912"/>
              <a:ext cx="320040" cy="228600"/>
            </a:xfrm>
            <a:prstGeom prst="rect">
              <a:avLst/>
            </a:prstGeom>
            <a:grpFill/>
          </p:spPr>
          <p:txBody>
            <a:bodyPr wrap="square" lIns="18288" tIns="18288" rIns="18288" bIns="18288" anchor="t">
              <a:spAutoFit/>
            </a:bodyPr>
            <a:lstStyle/>
            <a:p>
              <a:pPr algn="l"/>
              <a:r>
                <a:rPr sz="1300" b="1">
                  <a:solidFill>
                    <a:srgbClr val="FFB24F"/>
                  </a:solidFill>
                  <a:latin typeface="Aptos"/>
                </a:rPr>
                <a:t>!</a:t>
              </a:r>
            </a:p>
          </p:txBody>
        </p:sp>
        <p:sp>
          <p:nvSpPr>
            <p:cNvPr id="80" name="TextBox 79">
              <a:extLst>
                <a:ext uri="{FF2B5EF4-FFF2-40B4-BE49-F238E27FC236}">
                  <a16:creationId xmlns:a16="http://schemas.microsoft.com/office/drawing/2014/main" id="{1B65D73B-4ED8-78CD-681B-654B76575C86}"/>
                </a:ext>
              </a:extLst>
            </p:cNvPr>
            <p:cNvSpPr txBox="1"/>
            <p:nvPr/>
          </p:nvSpPr>
          <p:spPr>
            <a:xfrm>
              <a:off x="6839712" y="2651760"/>
              <a:ext cx="4160520" cy="457200"/>
            </a:xfrm>
            <a:prstGeom prst="rect">
              <a:avLst/>
            </a:prstGeom>
            <a:grpFill/>
          </p:spPr>
          <p:txBody>
            <a:bodyPr wrap="square" lIns="18288" tIns="18288" rIns="18288" bIns="18288" anchor="t">
              <a:spAutoFit/>
            </a:bodyPr>
            <a:lstStyle/>
            <a:p>
              <a:pPr algn="l"/>
              <a:r>
                <a:rPr sz="1250" b="0">
                  <a:solidFill>
                    <a:srgbClr val="F2F6FC"/>
                  </a:solidFill>
                  <a:latin typeface="Aptos"/>
                </a:rPr>
                <a:t>Scoring adds compute and engineering complexity</a:t>
              </a:r>
            </a:p>
          </p:txBody>
        </p:sp>
        <p:sp>
          <p:nvSpPr>
            <p:cNvPr id="81" name="TextBox 80">
              <a:extLst>
                <a:ext uri="{FF2B5EF4-FFF2-40B4-BE49-F238E27FC236}">
                  <a16:creationId xmlns:a16="http://schemas.microsoft.com/office/drawing/2014/main" id="{B7F53DAA-FEC7-9FE0-BEF7-AF3D092B3E0E}"/>
                </a:ext>
              </a:extLst>
            </p:cNvPr>
            <p:cNvSpPr txBox="1"/>
            <p:nvPr/>
          </p:nvSpPr>
          <p:spPr>
            <a:xfrm>
              <a:off x="6492240" y="3346704"/>
              <a:ext cx="320040" cy="228600"/>
            </a:xfrm>
            <a:prstGeom prst="rect">
              <a:avLst/>
            </a:prstGeom>
            <a:grpFill/>
          </p:spPr>
          <p:txBody>
            <a:bodyPr wrap="square" lIns="18288" tIns="18288" rIns="18288" bIns="18288" anchor="t">
              <a:spAutoFit/>
            </a:bodyPr>
            <a:lstStyle/>
            <a:p>
              <a:pPr algn="l"/>
              <a:r>
                <a:rPr sz="1300" b="1">
                  <a:solidFill>
                    <a:srgbClr val="FFB24F"/>
                  </a:solidFill>
                  <a:latin typeface="Aptos"/>
                </a:rPr>
                <a:t>!</a:t>
              </a:r>
            </a:p>
          </p:txBody>
        </p:sp>
        <p:sp>
          <p:nvSpPr>
            <p:cNvPr id="82" name="TextBox 81">
              <a:extLst>
                <a:ext uri="{FF2B5EF4-FFF2-40B4-BE49-F238E27FC236}">
                  <a16:creationId xmlns:a16="http://schemas.microsoft.com/office/drawing/2014/main" id="{351AF5E4-4E5E-6BEC-E162-D78E25701242}"/>
                </a:ext>
              </a:extLst>
            </p:cNvPr>
            <p:cNvSpPr txBox="1"/>
            <p:nvPr/>
          </p:nvSpPr>
          <p:spPr>
            <a:xfrm>
              <a:off x="6839712" y="3273552"/>
              <a:ext cx="4160520" cy="457200"/>
            </a:xfrm>
            <a:prstGeom prst="rect">
              <a:avLst/>
            </a:prstGeom>
            <a:grpFill/>
          </p:spPr>
          <p:txBody>
            <a:bodyPr wrap="square" lIns="18288" tIns="18288" rIns="18288" bIns="18288" anchor="t">
              <a:spAutoFit/>
            </a:bodyPr>
            <a:lstStyle/>
            <a:p>
              <a:pPr algn="l"/>
              <a:r>
                <a:rPr sz="1250" b="0" dirty="0">
                  <a:solidFill>
                    <a:srgbClr val="F2F6FC"/>
                  </a:solidFill>
                  <a:latin typeface="Aptos"/>
                </a:rPr>
                <a:t>Version graphs can grow large over time</a:t>
              </a:r>
            </a:p>
          </p:txBody>
        </p:sp>
        <p:sp>
          <p:nvSpPr>
            <p:cNvPr id="83" name="TextBox 82">
              <a:extLst>
                <a:ext uri="{FF2B5EF4-FFF2-40B4-BE49-F238E27FC236}">
                  <a16:creationId xmlns:a16="http://schemas.microsoft.com/office/drawing/2014/main" id="{527D3514-7E10-076E-0E1C-18D5715EEEB2}"/>
                </a:ext>
              </a:extLst>
            </p:cNvPr>
            <p:cNvSpPr txBox="1"/>
            <p:nvPr/>
          </p:nvSpPr>
          <p:spPr>
            <a:xfrm>
              <a:off x="6492240" y="3968496"/>
              <a:ext cx="320040" cy="228600"/>
            </a:xfrm>
            <a:prstGeom prst="rect">
              <a:avLst/>
            </a:prstGeom>
            <a:grpFill/>
          </p:spPr>
          <p:txBody>
            <a:bodyPr wrap="square" lIns="18288" tIns="18288" rIns="18288" bIns="18288" anchor="t">
              <a:spAutoFit/>
            </a:bodyPr>
            <a:lstStyle/>
            <a:p>
              <a:pPr algn="l"/>
              <a:r>
                <a:rPr sz="1300" b="1">
                  <a:solidFill>
                    <a:srgbClr val="FFB24F"/>
                  </a:solidFill>
                  <a:latin typeface="Aptos"/>
                </a:rPr>
                <a:t>!</a:t>
              </a:r>
            </a:p>
          </p:txBody>
        </p:sp>
        <p:sp>
          <p:nvSpPr>
            <p:cNvPr id="84" name="TextBox 83">
              <a:extLst>
                <a:ext uri="{FF2B5EF4-FFF2-40B4-BE49-F238E27FC236}">
                  <a16:creationId xmlns:a16="http://schemas.microsoft.com/office/drawing/2014/main" id="{53196FF6-2D58-A45B-C829-FF740E6A422A}"/>
                </a:ext>
              </a:extLst>
            </p:cNvPr>
            <p:cNvSpPr txBox="1"/>
            <p:nvPr/>
          </p:nvSpPr>
          <p:spPr>
            <a:xfrm>
              <a:off x="6839712" y="3895344"/>
              <a:ext cx="4160520" cy="457200"/>
            </a:xfrm>
            <a:prstGeom prst="rect">
              <a:avLst/>
            </a:prstGeom>
            <a:grpFill/>
          </p:spPr>
          <p:txBody>
            <a:bodyPr wrap="square" lIns="18288" tIns="18288" rIns="18288" bIns="18288" anchor="t">
              <a:spAutoFit/>
            </a:bodyPr>
            <a:lstStyle/>
            <a:p>
              <a:pPr algn="l"/>
              <a:r>
                <a:rPr sz="1250" b="0">
                  <a:solidFill>
                    <a:srgbClr val="F2F6FC"/>
                  </a:solidFill>
                  <a:latin typeface="Aptos"/>
                </a:rPr>
                <a:t>Merge conflicts need explicit rules</a:t>
              </a:r>
            </a:p>
          </p:txBody>
        </p:sp>
        <p:sp>
          <p:nvSpPr>
            <p:cNvPr id="85" name="TextBox 84">
              <a:extLst>
                <a:ext uri="{FF2B5EF4-FFF2-40B4-BE49-F238E27FC236}">
                  <a16:creationId xmlns:a16="http://schemas.microsoft.com/office/drawing/2014/main" id="{68AC538F-1E09-322A-F6DF-98C01DE9AA17}"/>
                </a:ext>
              </a:extLst>
            </p:cNvPr>
            <p:cNvSpPr txBox="1"/>
            <p:nvPr/>
          </p:nvSpPr>
          <p:spPr>
            <a:xfrm>
              <a:off x="6492240" y="4590288"/>
              <a:ext cx="320040" cy="228600"/>
            </a:xfrm>
            <a:prstGeom prst="rect">
              <a:avLst/>
            </a:prstGeom>
            <a:grpFill/>
          </p:spPr>
          <p:txBody>
            <a:bodyPr wrap="square" lIns="18288" tIns="18288" rIns="18288" bIns="18288" anchor="t">
              <a:spAutoFit/>
            </a:bodyPr>
            <a:lstStyle/>
            <a:p>
              <a:pPr algn="l"/>
              <a:r>
                <a:rPr sz="1300" b="1">
                  <a:solidFill>
                    <a:srgbClr val="FFB24F"/>
                  </a:solidFill>
                  <a:latin typeface="Aptos"/>
                </a:rPr>
                <a:t>!</a:t>
              </a:r>
            </a:p>
          </p:txBody>
        </p:sp>
        <p:sp>
          <p:nvSpPr>
            <p:cNvPr id="86" name="TextBox 85">
              <a:extLst>
                <a:ext uri="{FF2B5EF4-FFF2-40B4-BE49-F238E27FC236}">
                  <a16:creationId xmlns:a16="http://schemas.microsoft.com/office/drawing/2014/main" id="{6D8D160C-2FCD-69FF-7B03-DFE7F758117C}"/>
                </a:ext>
              </a:extLst>
            </p:cNvPr>
            <p:cNvSpPr txBox="1"/>
            <p:nvPr/>
          </p:nvSpPr>
          <p:spPr>
            <a:xfrm>
              <a:off x="6839712" y="4517136"/>
              <a:ext cx="4160520" cy="457200"/>
            </a:xfrm>
            <a:prstGeom prst="rect">
              <a:avLst/>
            </a:prstGeom>
            <a:grpFill/>
          </p:spPr>
          <p:txBody>
            <a:bodyPr wrap="square" lIns="18288" tIns="18288" rIns="18288" bIns="18288" anchor="t">
              <a:spAutoFit/>
            </a:bodyPr>
            <a:lstStyle/>
            <a:p>
              <a:pPr algn="l"/>
              <a:r>
                <a:rPr sz="1250" b="0">
                  <a:solidFill>
                    <a:srgbClr val="F2F6FC"/>
                  </a:solidFill>
                  <a:latin typeface="Aptos"/>
                </a:rPr>
                <a:t>Privacy and deletion policies must be enforced</a:t>
              </a:r>
            </a:p>
          </p:txBody>
        </p:sp>
        <p:sp>
          <p:nvSpPr>
            <p:cNvPr id="87" name="TextBox 86">
              <a:extLst>
                <a:ext uri="{FF2B5EF4-FFF2-40B4-BE49-F238E27FC236}">
                  <a16:creationId xmlns:a16="http://schemas.microsoft.com/office/drawing/2014/main" id="{76E11713-B0F4-1D0A-B2AD-D8D49A90E76A}"/>
                </a:ext>
              </a:extLst>
            </p:cNvPr>
            <p:cNvSpPr txBox="1"/>
            <p:nvPr/>
          </p:nvSpPr>
          <p:spPr>
            <a:xfrm>
              <a:off x="6492240" y="5212080"/>
              <a:ext cx="320040" cy="228600"/>
            </a:xfrm>
            <a:prstGeom prst="rect">
              <a:avLst/>
            </a:prstGeom>
            <a:grpFill/>
          </p:spPr>
          <p:txBody>
            <a:bodyPr wrap="square" lIns="18288" tIns="18288" rIns="18288" bIns="18288" anchor="t">
              <a:spAutoFit/>
            </a:bodyPr>
            <a:lstStyle/>
            <a:p>
              <a:pPr algn="l"/>
              <a:r>
                <a:rPr sz="1300" b="1">
                  <a:solidFill>
                    <a:srgbClr val="FFB24F"/>
                  </a:solidFill>
                  <a:latin typeface="Aptos"/>
                </a:rPr>
                <a:t>!</a:t>
              </a:r>
            </a:p>
          </p:txBody>
        </p:sp>
        <p:sp>
          <p:nvSpPr>
            <p:cNvPr id="88" name="TextBox 87">
              <a:extLst>
                <a:ext uri="{FF2B5EF4-FFF2-40B4-BE49-F238E27FC236}">
                  <a16:creationId xmlns:a16="http://schemas.microsoft.com/office/drawing/2014/main" id="{39FDD015-B581-FA87-5DF4-4D0E2011FFE9}"/>
                </a:ext>
              </a:extLst>
            </p:cNvPr>
            <p:cNvSpPr txBox="1"/>
            <p:nvPr/>
          </p:nvSpPr>
          <p:spPr>
            <a:xfrm>
              <a:off x="6839712" y="5138928"/>
              <a:ext cx="4160520" cy="457200"/>
            </a:xfrm>
            <a:prstGeom prst="rect">
              <a:avLst/>
            </a:prstGeom>
            <a:grpFill/>
          </p:spPr>
          <p:txBody>
            <a:bodyPr wrap="square" lIns="18288" tIns="18288" rIns="18288" bIns="18288" anchor="t">
              <a:spAutoFit/>
            </a:bodyPr>
            <a:lstStyle/>
            <a:p>
              <a:pPr algn="l"/>
              <a:r>
                <a:rPr sz="1250" b="0" dirty="0">
                  <a:solidFill>
                    <a:srgbClr val="F2F6FC"/>
                  </a:solidFill>
                  <a:latin typeface="Aptos"/>
                </a:rPr>
                <a:t>Quality must be measured, not assumed</a:t>
              </a:r>
            </a:p>
          </p:txBody>
        </p:sp>
      </p:grpSp>
      <p:sp>
        <p:nvSpPr>
          <p:cNvPr id="89" name="Title 1">
            <a:extLst>
              <a:ext uri="{FF2B5EF4-FFF2-40B4-BE49-F238E27FC236}">
                <a16:creationId xmlns:a16="http://schemas.microsoft.com/office/drawing/2014/main" id="{BD0B90A6-BD72-A267-E810-1EEAA105CE4D}"/>
              </a:ext>
            </a:extLst>
          </p:cNvPr>
          <p:cNvSpPr>
            <a:spLocks noGrp="1"/>
          </p:cNvSpPr>
          <p:nvPr>
            <p:ph type="title"/>
          </p:nvPr>
        </p:nvSpPr>
        <p:spPr>
          <a:xfrm>
            <a:off x="82036" y="45771"/>
            <a:ext cx="11270800" cy="546360"/>
          </a:xfrm>
        </p:spPr>
        <p:txBody>
          <a:bodyPr/>
          <a:lstStyle/>
          <a:p>
            <a:r>
              <a:rPr lang="en-IN" dirty="0"/>
              <a:t>Pros and Cons of the solution</a:t>
            </a:r>
            <a:endParaRPr lang="en-US" dirty="0"/>
          </a:p>
        </p:txBody>
      </p:sp>
      <p:pic>
        <p:nvPicPr>
          <p:cNvPr id="91" name="Picture 90">
            <a:extLst>
              <a:ext uri="{FF2B5EF4-FFF2-40B4-BE49-F238E27FC236}">
                <a16:creationId xmlns:a16="http://schemas.microsoft.com/office/drawing/2014/main" id="{13EA2E27-A418-DD86-A8FE-E5DEE9B2628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266243" y="91216"/>
            <a:ext cx="1790699" cy="488373"/>
          </a:xfrm>
          <a:prstGeom prst="rect">
            <a:avLst/>
          </a:prstGeom>
        </p:spPr>
      </p:pic>
    </p:spTree>
    <p:extLst>
      <p:ext uri="{BB962C8B-B14F-4D97-AF65-F5344CB8AC3E}">
        <p14:creationId xmlns:p14="http://schemas.microsoft.com/office/powerpoint/2010/main" val="163130657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9BA6A-09CC-0731-361B-6ADB738C07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6DE32B-6BB2-05B2-AD9D-EFF630252D04}"/>
              </a:ext>
            </a:extLst>
          </p:cNvPr>
          <p:cNvSpPr>
            <a:spLocks noGrp="1"/>
          </p:cNvSpPr>
          <p:nvPr>
            <p:ph type="title"/>
          </p:nvPr>
        </p:nvSpPr>
        <p:spPr/>
        <p:txBody>
          <a:bodyPr/>
          <a:lstStyle/>
          <a:p>
            <a:r>
              <a:rPr lang="en-IN" dirty="0"/>
              <a:t>Technical Description</a:t>
            </a:r>
            <a:endParaRPr lang="en-US" dirty="0"/>
          </a:p>
        </p:txBody>
      </p:sp>
      <p:pic>
        <p:nvPicPr>
          <p:cNvPr id="4" name="Picture 3">
            <a:extLst>
              <a:ext uri="{FF2B5EF4-FFF2-40B4-BE49-F238E27FC236}">
                <a16:creationId xmlns:a16="http://schemas.microsoft.com/office/drawing/2014/main" id="{4BC7C73E-5C60-6F4F-0D03-B5D5DD07E0A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37301" y="243840"/>
            <a:ext cx="1790699" cy="488373"/>
          </a:xfrm>
          <a:prstGeom prst="rect">
            <a:avLst/>
          </a:prstGeom>
        </p:spPr>
      </p:pic>
      <p:grpSp>
        <p:nvGrpSpPr>
          <p:cNvPr id="5" name="Group 4">
            <a:extLst>
              <a:ext uri="{FF2B5EF4-FFF2-40B4-BE49-F238E27FC236}">
                <a16:creationId xmlns:a16="http://schemas.microsoft.com/office/drawing/2014/main" id="{432B0541-B8C4-93BB-8884-4AD6FE661C09}"/>
              </a:ext>
            </a:extLst>
          </p:cNvPr>
          <p:cNvGrpSpPr/>
          <p:nvPr/>
        </p:nvGrpSpPr>
        <p:grpSpPr>
          <a:xfrm>
            <a:off x="206859" y="1175241"/>
            <a:ext cx="11209624" cy="5191685"/>
            <a:chOff x="206859" y="1175241"/>
            <a:chExt cx="11209624" cy="5191685"/>
          </a:xfrm>
        </p:grpSpPr>
        <p:sp>
          <p:nvSpPr>
            <p:cNvPr id="6" name="object 9">
              <a:extLst>
                <a:ext uri="{FF2B5EF4-FFF2-40B4-BE49-F238E27FC236}">
                  <a16:creationId xmlns:a16="http://schemas.microsoft.com/office/drawing/2014/main" id="{137559E0-3F4D-C5C7-35B9-E91E03B29F85}"/>
                </a:ext>
              </a:extLst>
            </p:cNvPr>
            <p:cNvSpPr txBox="1"/>
            <p:nvPr/>
          </p:nvSpPr>
          <p:spPr>
            <a:xfrm>
              <a:off x="434399" y="1175241"/>
              <a:ext cx="2872317" cy="278218"/>
            </a:xfrm>
            <a:prstGeom prst="rect">
              <a:avLst/>
            </a:prstGeom>
          </p:spPr>
          <p:txBody>
            <a:bodyPr vert="horz" wrap="square" lIns="0" tIns="11430" rIns="0" bIns="0" rtlCol="0">
              <a:spAutoFit/>
            </a:bodyPr>
            <a:lstStyle/>
            <a:p>
              <a:pPr marL="8467">
                <a:spcBef>
                  <a:spcPts val="90"/>
                </a:spcBef>
              </a:pPr>
              <a:r>
                <a:rPr sz="1733" b="1" spc="-40" dirty="0">
                  <a:latin typeface="Yu Gothic UI"/>
                  <a:cs typeface="Yu Gothic UI"/>
                </a:rPr>
                <a:t>MEMORY</a:t>
              </a:r>
              <a:r>
                <a:rPr sz="1733" b="1" spc="23" dirty="0">
                  <a:latin typeface="Yu Gothic UI"/>
                  <a:cs typeface="Yu Gothic UI"/>
                </a:rPr>
                <a:t> </a:t>
              </a:r>
              <a:r>
                <a:rPr sz="1733" b="1" dirty="0">
                  <a:latin typeface="Yu Gothic UI"/>
                  <a:cs typeface="Yu Gothic UI"/>
                </a:rPr>
                <a:t>DECISION</a:t>
              </a:r>
              <a:r>
                <a:rPr sz="1733" b="1" spc="23" dirty="0">
                  <a:latin typeface="Yu Gothic UI"/>
                  <a:cs typeface="Yu Gothic UI"/>
                </a:rPr>
                <a:t> </a:t>
              </a:r>
              <a:r>
                <a:rPr sz="1733" b="1" spc="-7" dirty="0">
                  <a:latin typeface="Yu Gothic UI"/>
                  <a:cs typeface="Yu Gothic UI"/>
                </a:rPr>
                <a:t>ENGINE</a:t>
              </a:r>
              <a:endParaRPr sz="1733" dirty="0">
                <a:latin typeface="Yu Gothic UI"/>
                <a:cs typeface="Yu Gothic UI"/>
              </a:endParaRPr>
            </a:p>
          </p:txBody>
        </p:sp>
        <p:sp>
          <p:nvSpPr>
            <p:cNvPr id="7" name="object 16">
              <a:extLst>
                <a:ext uri="{FF2B5EF4-FFF2-40B4-BE49-F238E27FC236}">
                  <a16:creationId xmlns:a16="http://schemas.microsoft.com/office/drawing/2014/main" id="{291132CC-05AE-B85D-F269-E4BBF632D47F}"/>
                </a:ext>
              </a:extLst>
            </p:cNvPr>
            <p:cNvSpPr txBox="1"/>
            <p:nvPr/>
          </p:nvSpPr>
          <p:spPr>
            <a:xfrm>
              <a:off x="8724518" y="1268859"/>
              <a:ext cx="1987550" cy="287258"/>
            </a:xfrm>
            <a:prstGeom prst="rect">
              <a:avLst/>
            </a:prstGeom>
          </p:spPr>
          <p:txBody>
            <a:bodyPr vert="horz" wrap="square" lIns="0" tIns="10160" rIns="0" bIns="0" rtlCol="0">
              <a:spAutoFit/>
            </a:bodyPr>
            <a:lstStyle/>
            <a:p>
              <a:pPr marL="8467">
                <a:spcBef>
                  <a:spcPts val="80"/>
                </a:spcBef>
              </a:pPr>
              <a:r>
                <a:rPr b="1" dirty="0">
                  <a:latin typeface="Yu Gothic UI"/>
                  <a:cs typeface="Yu Gothic UI"/>
                </a:rPr>
                <a:t>Versioned</a:t>
              </a:r>
              <a:r>
                <a:rPr b="1" spc="-70" dirty="0">
                  <a:latin typeface="Yu Gothic UI"/>
                  <a:cs typeface="Yu Gothic UI"/>
                </a:rPr>
                <a:t> </a:t>
              </a:r>
              <a:r>
                <a:rPr b="1" spc="-7" dirty="0">
                  <a:latin typeface="Yu Gothic UI"/>
                  <a:cs typeface="Yu Gothic UI"/>
                </a:rPr>
                <a:t>memory</a:t>
              </a:r>
              <a:endParaRPr>
                <a:latin typeface="Yu Gothic UI"/>
                <a:cs typeface="Yu Gothic UI"/>
              </a:endParaRPr>
            </a:p>
          </p:txBody>
        </p:sp>
        <p:sp>
          <p:nvSpPr>
            <p:cNvPr id="8" name="object 10">
              <a:extLst>
                <a:ext uri="{FF2B5EF4-FFF2-40B4-BE49-F238E27FC236}">
                  <a16:creationId xmlns:a16="http://schemas.microsoft.com/office/drawing/2014/main" id="{D4EF2C8C-87AE-580F-FFCD-EFF91FDE1436}"/>
                </a:ext>
              </a:extLst>
            </p:cNvPr>
            <p:cNvSpPr txBox="1"/>
            <p:nvPr/>
          </p:nvSpPr>
          <p:spPr>
            <a:xfrm>
              <a:off x="677334" y="1512289"/>
              <a:ext cx="1443990" cy="1344920"/>
            </a:xfrm>
            <a:prstGeom prst="rect">
              <a:avLst/>
            </a:prstGeom>
          </p:spPr>
          <p:txBody>
            <a:bodyPr vert="horz" wrap="square" lIns="0" tIns="11430" rIns="0" bIns="0" rtlCol="0">
              <a:spAutoFit/>
            </a:bodyPr>
            <a:lstStyle/>
            <a:p>
              <a:pPr marL="162144" indent="-153677">
                <a:spcBef>
                  <a:spcPts val="90"/>
                </a:spcBef>
                <a:buChar char="•"/>
                <a:tabLst>
                  <a:tab pos="162144" algn="l"/>
                </a:tabLst>
              </a:pPr>
              <a:r>
                <a:rPr sz="1733" b="1" spc="43" dirty="0">
                  <a:latin typeface="Yu Gothic UI"/>
                  <a:cs typeface="Yu Gothic UI"/>
                </a:rPr>
                <a:t>Relevance</a:t>
              </a:r>
              <a:endParaRPr sz="1733">
                <a:latin typeface="Yu Gothic UI"/>
                <a:cs typeface="Yu Gothic UI"/>
              </a:endParaRPr>
            </a:p>
            <a:p>
              <a:pPr marL="162144" indent="-153677">
                <a:spcBef>
                  <a:spcPts val="20"/>
                </a:spcBef>
                <a:buChar char="•"/>
                <a:tabLst>
                  <a:tab pos="162144" algn="l"/>
                </a:tabLst>
              </a:pPr>
              <a:r>
                <a:rPr sz="1733" b="1" spc="-7" dirty="0">
                  <a:latin typeface="Yu Gothic UI"/>
                  <a:cs typeface="Yu Gothic UI"/>
                </a:rPr>
                <a:t>Durability</a:t>
              </a:r>
              <a:endParaRPr sz="1733">
                <a:latin typeface="Yu Gothic UI"/>
                <a:cs typeface="Yu Gothic UI"/>
              </a:endParaRPr>
            </a:p>
            <a:p>
              <a:pPr marL="162144" indent="-153677">
                <a:spcBef>
                  <a:spcPts val="17"/>
                </a:spcBef>
                <a:buChar char="•"/>
                <a:tabLst>
                  <a:tab pos="162144" algn="l"/>
                </a:tabLst>
              </a:pPr>
              <a:r>
                <a:rPr sz="1733" b="1" spc="47" dirty="0">
                  <a:latin typeface="Yu Gothic UI"/>
                  <a:cs typeface="Yu Gothic UI"/>
                </a:rPr>
                <a:t>Recency</a:t>
              </a:r>
              <a:endParaRPr sz="1733">
                <a:latin typeface="Yu Gothic UI"/>
                <a:cs typeface="Yu Gothic UI"/>
              </a:endParaRPr>
            </a:p>
            <a:p>
              <a:pPr marL="162144" indent="-153677">
                <a:spcBef>
                  <a:spcPts val="17"/>
                </a:spcBef>
                <a:buChar char="•"/>
                <a:tabLst>
                  <a:tab pos="162144" algn="l"/>
                </a:tabLst>
              </a:pPr>
              <a:r>
                <a:rPr sz="1733" b="1" spc="-7" dirty="0">
                  <a:latin typeface="Yu Gothic UI"/>
                  <a:cs typeface="Yu Gothic UI"/>
                </a:rPr>
                <a:t>Sensitivity</a:t>
              </a:r>
              <a:endParaRPr sz="1733">
                <a:latin typeface="Yu Gothic UI"/>
                <a:cs typeface="Yu Gothic UI"/>
              </a:endParaRPr>
            </a:p>
            <a:p>
              <a:pPr marL="162144" indent="-153677">
                <a:spcBef>
                  <a:spcPts val="17"/>
                </a:spcBef>
                <a:buChar char="•"/>
                <a:tabLst>
                  <a:tab pos="162144" algn="l"/>
                </a:tabLst>
              </a:pPr>
              <a:r>
                <a:rPr sz="1733" b="1" spc="-7" dirty="0">
                  <a:latin typeface="Yu Gothic UI"/>
                  <a:cs typeface="Yu Gothic UI"/>
                </a:rPr>
                <a:t>Redundancy</a:t>
              </a:r>
              <a:endParaRPr sz="1733">
                <a:latin typeface="Yu Gothic UI"/>
                <a:cs typeface="Yu Gothic UI"/>
              </a:endParaRPr>
            </a:p>
          </p:txBody>
        </p:sp>
        <p:sp>
          <p:nvSpPr>
            <p:cNvPr id="9" name="object 11">
              <a:extLst>
                <a:ext uri="{FF2B5EF4-FFF2-40B4-BE49-F238E27FC236}">
                  <a16:creationId xmlns:a16="http://schemas.microsoft.com/office/drawing/2014/main" id="{F7C2CB46-0E86-1F96-A02F-287D173C69B7}"/>
                </a:ext>
              </a:extLst>
            </p:cNvPr>
            <p:cNvSpPr txBox="1"/>
            <p:nvPr/>
          </p:nvSpPr>
          <p:spPr>
            <a:xfrm>
              <a:off x="8958383" y="3391220"/>
              <a:ext cx="1443143" cy="316326"/>
            </a:xfrm>
            <a:prstGeom prst="rect">
              <a:avLst/>
            </a:prstGeom>
          </p:spPr>
          <p:txBody>
            <a:bodyPr vert="horz" wrap="square" lIns="0" tIns="8467" rIns="0" bIns="0" rtlCol="0">
              <a:spAutoFit/>
            </a:bodyPr>
            <a:lstStyle/>
            <a:p>
              <a:pPr marL="8467">
                <a:spcBef>
                  <a:spcPts val="67"/>
                </a:spcBef>
              </a:pPr>
              <a:r>
                <a:rPr sz="2000" b="1" spc="37" dirty="0">
                  <a:latin typeface="Yu Gothic UI"/>
                  <a:cs typeface="Yu Gothic UI"/>
                </a:rPr>
                <a:t>User</a:t>
              </a:r>
              <a:r>
                <a:rPr sz="2000" b="1" spc="-143" dirty="0">
                  <a:latin typeface="Yu Gothic UI"/>
                  <a:cs typeface="Yu Gothic UI"/>
                </a:rPr>
                <a:t> </a:t>
              </a:r>
              <a:r>
                <a:rPr sz="2000" b="1" spc="-7" dirty="0">
                  <a:latin typeface="Yu Gothic UI"/>
                  <a:cs typeface="Yu Gothic UI"/>
                </a:rPr>
                <a:t>control</a:t>
              </a:r>
              <a:endParaRPr sz="2000">
                <a:latin typeface="Yu Gothic UI"/>
                <a:cs typeface="Yu Gothic UI"/>
              </a:endParaRPr>
            </a:p>
          </p:txBody>
        </p:sp>
        <p:sp>
          <p:nvSpPr>
            <p:cNvPr id="10" name="object 12">
              <a:extLst>
                <a:ext uri="{FF2B5EF4-FFF2-40B4-BE49-F238E27FC236}">
                  <a16:creationId xmlns:a16="http://schemas.microsoft.com/office/drawing/2014/main" id="{AB58F994-9936-FE17-8B7F-1EAC71BA88C7}"/>
                </a:ext>
              </a:extLst>
            </p:cNvPr>
            <p:cNvSpPr txBox="1"/>
            <p:nvPr/>
          </p:nvSpPr>
          <p:spPr>
            <a:xfrm>
              <a:off x="206859" y="5376836"/>
              <a:ext cx="1233170" cy="254771"/>
            </a:xfrm>
            <a:prstGeom prst="rect">
              <a:avLst/>
            </a:prstGeom>
          </p:spPr>
          <p:txBody>
            <a:bodyPr vert="horz" wrap="square" lIns="0" tIns="8467" rIns="0" bIns="0" rtlCol="0">
              <a:spAutoFit/>
            </a:bodyPr>
            <a:lstStyle/>
            <a:p>
              <a:pPr marL="8467">
                <a:spcBef>
                  <a:spcPts val="67"/>
                </a:spcBef>
              </a:pPr>
              <a:r>
                <a:rPr sz="1600" b="1" dirty="0">
                  <a:latin typeface="Yu Gothic UI"/>
                  <a:cs typeface="Yu Gothic UI"/>
                </a:rPr>
                <a:t>TECH</a:t>
              </a:r>
              <a:r>
                <a:rPr sz="1600" b="1" spc="13" dirty="0">
                  <a:latin typeface="Yu Gothic UI"/>
                  <a:cs typeface="Yu Gothic UI"/>
                </a:rPr>
                <a:t> </a:t>
              </a:r>
              <a:r>
                <a:rPr sz="1600" b="1" spc="-7" dirty="0">
                  <a:latin typeface="Yu Gothic UI"/>
                  <a:cs typeface="Yu Gothic UI"/>
                </a:rPr>
                <a:t>STACK:</a:t>
              </a:r>
              <a:endParaRPr sz="1600">
                <a:latin typeface="Yu Gothic UI"/>
                <a:cs typeface="Yu Gothic UI"/>
              </a:endParaRPr>
            </a:p>
          </p:txBody>
        </p:sp>
        <p:sp>
          <p:nvSpPr>
            <p:cNvPr id="11" name="object 13">
              <a:extLst>
                <a:ext uri="{FF2B5EF4-FFF2-40B4-BE49-F238E27FC236}">
                  <a16:creationId xmlns:a16="http://schemas.microsoft.com/office/drawing/2014/main" id="{BE1DC442-A6C5-908E-046B-4126216BFA1F}"/>
                </a:ext>
              </a:extLst>
            </p:cNvPr>
            <p:cNvSpPr txBox="1"/>
            <p:nvPr/>
          </p:nvSpPr>
          <p:spPr>
            <a:xfrm>
              <a:off x="206859" y="5862088"/>
              <a:ext cx="2904913" cy="504838"/>
            </a:xfrm>
            <a:prstGeom prst="rect">
              <a:avLst/>
            </a:prstGeom>
          </p:spPr>
          <p:txBody>
            <a:bodyPr vert="horz" wrap="square" lIns="0" tIns="17356" rIns="0" bIns="0" rtlCol="0">
              <a:spAutoFit/>
            </a:bodyPr>
            <a:lstStyle/>
            <a:p>
              <a:pPr marL="8467" marR="3387">
                <a:lnSpc>
                  <a:spcPts val="1913"/>
                </a:lnSpc>
                <a:spcBef>
                  <a:spcPts val="136"/>
                </a:spcBef>
              </a:pPr>
              <a:r>
                <a:rPr sz="1600" b="1" dirty="0">
                  <a:latin typeface="Yu Gothic UI"/>
                  <a:cs typeface="Yu Gothic UI"/>
                </a:rPr>
                <a:t>Frontend:</a:t>
              </a:r>
              <a:r>
                <a:rPr sz="1600" b="1" spc="-80" dirty="0">
                  <a:latin typeface="Yu Gothic UI"/>
                  <a:cs typeface="Yu Gothic UI"/>
                </a:rPr>
                <a:t> </a:t>
              </a:r>
              <a:r>
                <a:rPr sz="1600" b="1" spc="40" dirty="0">
                  <a:latin typeface="Yu Gothic UI"/>
                  <a:cs typeface="Yu Gothic UI"/>
                </a:rPr>
                <a:t>React</a:t>
              </a:r>
              <a:r>
                <a:rPr sz="1600" b="1" spc="-80" dirty="0">
                  <a:latin typeface="Yu Gothic UI"/>
                  <a:cs typeface="Yu Gothic UI"/>
                </a:rPr>
                <a:t> </a:t>
              </a:r>
              <a:r>
                <a:rPr sz="1600" b="1" spc="-43" dirty="0">
                  <a:latin typeface="Yu Gothic UI"/>
                  <a:cs typeface="Yu Gothic UI"/>
                </a:rPr>
                <a:t>/</a:t>
              </a:r>
              <a:r>
                <a:rPr sz="1600" b="1" spc="-80" dirty="0">
                  <a:latin typeface="Yu Gothic UI"/>
                  <a:cs typeface="Yu Gothic UI"/>
                </a:rPr>
                <a:t> </a:t>
              </a:r>
              <a:r>
                <a:rPr sz="1600" b="1" spc="-13" dirty="0">
                  <a:latin typeface="Yu Gothic UI"/>
                  <a:cs typeface="Yu Gothic UI"/>
                </a:rPr>
                <a:t>HTML-CSS-</a:t>
              </a:r>
              <a:r>
                <a:rPr sz="1600" b="1" spc="-17" dirty="0">
                  <a:latin typeface="Yu Gothic UI"/>
                  <a:cs typeface="Yu Gothic UI"/>
                </a:rPr>
                <a:t>JS </a:t>
              </a:r>
              <a:r>
                <a:rPr sz="1600" b="1" dirty="0">
                  <a:latin typeface="Yu Gothic UI"/>
                  <a:cs typeface="Yu Gothic UI"/>
                </a:rPr>
                <a:t>Backend:</a:t>
              </a:r>
              <a:r>
                <a:rPr sz="1600" b="1" spc="-20" dirty="0">
                  <a:latin typeface="Yu Gothic UI"/>
                  <a:cs typeface="Yu Gothic UI"/>
                </a:rPr>
                <a:t> </a:t>
              </a:r>
              <a:r>
                <a:rPr sz="1600" b="1" spc="-13" dirty="0">
                  <a:latin typeface="Yu Gothic UI"/>
                  <a:cs typeface="Yu Gothic UI"/>
                </a:rPr>
                <a:t>Python</a:t>
              </a:r>
              <a:r>
                <a:rPr sz="1600" b="1" spc="-20" dirty="0">
                  <a:latin typeface="Yu Gothic UI"/>
                  <a:cs typeface="Yu Gothic UI"/>
                </a:rPr>
                <a:t> </a:t>
              </a:r>
              <a:r>
                <a:rPr sz="1600" b="1" spc="-257" dirty="0">
                  <a:latin typeface="Yu Gothic UI"/>
                  <a:cs typeface="Yu Gothic UI"/>
                </a:rPr>
                <a:t>+</a:t>
              </a:r>
              <a:r>
                <a:rPr sz="1600" b="1" spc="-20" dirty="0">
                  <a:latin typeface="Yu Gothic UI"/>
                  <a:cs typeface="Yu Gothic UI"/>
                </a:rPr>
                <a:t> </a:t>
              </a:r>
              <a:r>
                <a:rPr sz="1600" b="1" spc="-7" dirty="0">
                  <a:latin typeface="Yu Gothic UI"/>
                  <a:cs typeface="Yu Gothic UI"/>
                </a:rPr>
                <a:t>FastAPI</a:t>
              </a:r>
              <a:endParaRPr sz="1600" dirty="0">
                <a:latin typeface="Yu Gothic UI"/>
                <a:cs typeface="Yu Gothic UI"/>
              </a:endParaRPr>
            </a:p>
          </p:txBody>
        </p:sp>
        <p:sp>
          <p:nvSpPr>
            <p:cNvPr id="12" name="object 14">
              <a:extLst>
                <a:ext uri="{FF2B5EF4-FFF2-40B4-BE49-F238E27FC236}">
                  <a16:creationId xmlns:a16="http://schemas.microsoft.com/office/drawing/2014/main" id="{107ED51D-8937-D832-A192-03C786C0291B}"/>
                </a:ext>
              </a:extLst>
            </p:cNvPr>
            <p:cNvSpPr txBox="1"/>
            <p:nvPr/>
          </p:nvSpPr>
          <p:spPr>
            <a:xfrm>
              <a:off x="3940029" y="5790719"/>
              <a:ext cx="3760047" cy="543610"/>
            </a:xfrm>
            <a:prstGeom prst="rect">
              <a:avLst/>
            </a:prstGeom>
          </p:spPr>
          <p:txBody>
            <a:bodyPr vert="horz" wrap="square" lIns="0" tIns="10160" rIns="0" bIns="0" rtlCol="0">
              <a:spAutoFit/>
            </a:bodyPr>
            <a:lstStyle/>
            <a:p>
              <a:pPr marL="8467">
                <a:spcBef>
                  <a:spcPts val="80"/>
                </a:spcBef>
              </a:pPr>
              <a:r>
                <a:rPr sz="1733" b="1" spc="40" dirty="0">
                  <a:latin typeface="Yu Gothic UI"/>
                  <a:cs typeface="Yu Gothic UI"/>
                </a:rPr>
                <a:t>Database:</a:t>
              </a:r>
              <a:r>
                <a:rPr sz="1733" b="1" spc="-103" dirty="0">
                  <a:latin typeface="Yu Gothic UI"/>
                  <a:cs typeface="Yu Gothic UI"/>
                </a:rPr>
                <a:t> </a:t>
              </a:r>
              <a:r>
                <a:rPr sz="1733" b="1" dirty="0">
                  <a:latin typeface="Yu Gothic UI"/>
                  <a:cs typeface="Yu Gothic UI"/>
                </a:rPr>
                <a:t>PostgreSQL</a:t>
              </a:r>
              <a:r>
                <a:rPr sz="1733" b="1" spc="-103" dirty="0">
                  <a:latin typeface="Yu Gothic UI"/>
                  <a:cs typeface="Yu Gothic UI"/>
                </a:rPr>
                <a:t> </a:t>
              </a:r>
              <a:r>
                <a:rPr sz="1733" b="1" spc="-277" dirty="0">
                  <a:latin typeface="Yu Gothic UI"/>
                  <a:cs typeface="Yu Gothic UI"/>
                </a:rPr>
                <a:t>+</a:t>
              </a:r>
              <a:r>
                <a:rPr sz="1733" b="1" spc="-103" dirty="0">
                  <a:latin typeface="Yu Gothic UI"/>
                  <a:cs typeface="Yu Gothic UI"/>
                </a:rPr>
                <a:t> </a:t>
              </a:r>
              <a:r>
                <a:rPr sz="1733" b="1" spc="-7" dirty="0">
                  <a:latin typeface="Yu Gothic UI"/>
                  <a:cs typeface="Yu Gothic UI"/>
                </a:rPr>
                <a:t>pgvector</a:t>
              </a:r>
              <a:endParaRPr sz="1733">
                <a:latin typeface="Yu Gothic UI"/>
                <a:cs typeface="Yu Gothic UI"/>
              </a:endParaRPr>
            </a:p>
            <a:p>
              <a:pPr marL="8467">
                <a:spcBef>
                  <a:spcPts val="7"/>
                </a:spcBef>
              </a:pPr>
              <a:r>
                <a:rPr sz="1733" b="1" spc="-47" dirty="0">
                  <a:latin typeface="Yu Gothic UI"/>
                  <a:cs typeface="Yu Gothic UI"/>
                </a:rPr>
                <a:t>AI</a:t>
              </a:r>
              <a:r>
                <a:rPr sz="1733" b="1" spc="-110" dirty="0">
                  <a:latin typeface="Yu Gothic UI"/>
                  <a:cs typeface="Yu Gothic UI"/>
                </a:rPr>
                <a:t> </a:t>
              </a:r>
              <a:r>
                <a:rPr sz="1733" b="1" spc="37" dirty="0">
                  <a:latin typeface="Yu Gothic UI"/>
                  <a:cs typeface="Yu Gothic UI"/>
                </a:rPr>
                <a:t>Layer:</a:t>
              </a:r>
              <a:r>
                <a:rPr sz="1733" b="1" spc="-110" dirty="0">
                  <a:latin typeface="Yu Gothic UI"/>
                  <a:cs typeface="Yu Gothic UI"/>
                </a:rPr>
                <a:t> </a:t>
              </a:r>
              <a:r>
                <a:rPr sz="1733" b="1" spc="-23" dirty="0">
                  <a:latin typeface="Yu Gothic UI"/>
                  <a:cs typeface="Yu Gothic UI"/>
                </a:rPr>
                <a:t>Model-</a:t>
              </a:r>
              <a:r>
                <a:rPr sz="1733" b="1" dirty="0">
                  <a:latin typeface="Yu Gothic UI"/>
                  <a:cs typeface="Yu Gothic UI"/>
                </a:rPr>
                <a:t>Independent</a:t>
              </a:r>
              <a:r>
                <a:rPr sz="1733" b="1" spc="-110" dirty="0">
                  <a:latin typeface="Yu Gothic UI"/>
                  <a:cs typeface="Yu Gothic UI"/>
                </a:rPr>
                <a:t> </a:t>
              </a:r>
              <a:r>
                <a:rPr sz="1733" b="1" spc="-37" dirty="0">
                  <a:latin typeface="Yu Gothic UI"/>
                  <a:cs typeface="Yu Gothic UI"/>
                </a:rPr>
                <a:t>LLM</a:t>
              </a:r>
              <a:r>
                <a:rPr sz="1733" b="1" spc="-110" dirty="0">
                  <a:latin typeface="Yu Gothic UI"/>
                  <a:cs typeface="Yu Gothic UI"/>
                </a:rPr>
                <a:t> </a:t>
              </a:r>
              <a:r>
                <a:rPr sz="1733" b="1" spc="-17" dirty="0">
                  <a:latin typeface="Yu Gothic UI"/>
                  <a:cs typeface="Yu Gothic UI"/>
                </a:rPr>
                <a:t>API</a:t>
              </a:r>
              <a:endParaRPr sz="1733">
                <a:latin typeface="Yu Gothic UI"/>
                <a:cs typeface="Yu Gothic UI"/>
              </a:endParaRPr>
            </a:p>
          </p:txBody>
        </p:sp>
        <p:sp>
          <p:nvSpPr>
            <p:cNvPr id="13" name="object 15">
              <a:extLst>
                <a:ext uri="{FF2B5EF4-FFF2-40B4-BE49-F238E27FC236}">
                  <a16:creationId xmlns:a16="http://schemas.microsoft.com/office/drawing/2014/main" id="{7B495EEF-0AF3-5815-8350-9583C6A466D1}"/>
                </a:ext>
              </a:extLst>
            </p:cNvPr>
            <p:cNvSpPr txBox="1"/>
            <p:nvPr/>
          </p:nvSpPr>
          <p:spPr>
            <a:xfrm>
              <a:off x="8048020" y="5979937"/>
              <a:ext cx="3368463" cy="279628"/>
            </a:xfrm>
            <a:prstGeom prst="rect">
              <a:avLst/>
            </a:prstGeom>
          </p:spPr>
          <p:txBody>
            <a:bodyPr vert="horz" wrap="square" lIns="0" tIns="7620" rIns="0" bIns="0" rtlCol="0">
              <a:spAutoFit/>
            </a:bodyPr>
            <a:lstStyle/>
            <a:p>
              <a:pPr marL="8467">
                <a:spcBef>
                  <a:spcPts val="60"/>
                </a:spcBef>
              </a:pPr>
              <a:r>
                <a:rPr sz="1767" b="1" spc="-7" dirty="0">
                  <a:latin typeface="Yu Gothic UI"/>
                  <a:cs typeface="Yu Gothic UI"/>
                </a:rPr>
                <a:t>Deployment:</a:t>
              </a:r>
              <a:r>
                <a:rPr sz="1767" b="1" spc="-90" dirty="0">
                  <a:latin typeface="Yu Gothic UI"/>
                  <a:cs typeface="Yu Gothic UI"/>
                </a:rPr>
                <a:t> </a:t>
              </a:r>
              <a:r>
                <a:rPr sz="1767" b="1" dirty="0">
                  <a:latin typeface="Yu Gothic UI"/>
                  <a:cs typeface="Yu Gothic UI"/>
                </a:rPr>
                <a:t>Docker</a:t>
              </a:r>
              <a:r>
                <a:rPr sz="1767" b="1" spc="-87" dirty="0">
                  <a:latin typeface="Yu Gothic UI"/>
                  <a:cs typeface="Yu Gothic UI"/>
                </a:rPr>
                <a:t> </a:t>
              </a:r>
              <a:r>
                <a:rPr sz="1767" b="1" spc="-297" dirty="0">
                  <a:latin typeface="Yu Gothic UI"/>
                  <a:cs typeface="Yu Gothic UI"/>
                </a:rPr>
                <a:t>+</a:t>
              </a:r>
              <a:r>
                <a:rPr sz="1767" b="1" spc="-87" dirty="0">
                  <a:latin typeface="Yu Gothic UI"/>
                  <a:cs typeface="Yu Gothic UI"/>
                </a:rPr>
                <a:t> </a:t>
              </a:r>
              <a:r>
                <a:rPr sz="1767" b="1" dirty="0">
                  <a:latin typeface="Yu Gothic UI"/>
                  <a:cs typeface="Yu Gothic UI"/>
                </a:rPr>
                <a:t>Cloud</a:t>
              </a:r>
              <a:r>
                <a:rPr sz="1767" b="1" spc="-87" dirty="0">
                  <a:latin typeface="Yu Gothic UI"/>
                  <a:cs typeface="Yu Gothic UI"/>
                </a:rPr>
                <a:t> </a:t>
              </a:r>
              <a:r>
                <a:rPr sz="1767" b="1" spc="-13" dirty="0">
                  <a:latin typeface="Yu Gothic UI"/>
                  <a:cs typeface="Yu Gothic UI"/>
                </a:rPr>
                <a:t>text</a:t>
              </a:r>
              <a:endParaRPr sz="1767">
                <a:latin typeface="Yu Gothic UI"/>
                <a:cs typeface="Yu Gothic UI"/>
              </a:endParaRPr>
            </a:p>
          </p:txBody>
        </p:sp>
      </p:grpSp>
      <p:pic>
        <p:nvPicPr>
          <p:cNvPr id="15" name="object 6">
            <a:extLst>
              <a:ext uri="{FF2B5EF4-FFF2-40B4-BE49-F238E27FC236}">
                <a16:creationId xmlns:a16="http://schemas.microsoft.com/office/drawing/2014/main" id="{3D1DB134-2533-9F3C-F867-30E0B7529869}"/>
              </a:ext>
            </a:extLst>
          </p:cNvPr>
          <p:cNvPicPr/>
          <p:nvPr/>
        </p:nvPicPr>
        <p:blipFill>
          <a:blip r:embed="rId3" cstate="print"/>
          <a:stretch>
            <a:fillRect/>
          </a:stretch>
        </p:blipFill>
        <p:spPr>
          <a:xfrm>
            <a:off x="206859" y="3406939"/>
            <a:ext cx="3327399" cy="1758949"/>
          </a:xfrm>
          <a:prstGeom prst="rect">
            <a:avLst/>
          </a:prstGeom>
        </p:spPr>
      </p:pic>
      <p:pic>
        <p:nvPicPr>
          <p:cNvPr id="17" name="object 5">
            <a:extLst>
              <a:ext uri="{FF2B5EF4-FFF2-40B4-BE49-F238E27FC236}">
                <a16:creationId xmlns:a16="http://schemas.microsoft.com/office/drawing/2014/main" id="{E4396853-6701-86CE-79AB-87C01FA4398B}"/>
              </a:ext>
            </a:extLst>
          </p:cNvPr>
          <p:cNvPicPr/>
          <p:nvPr/>
        </p:nvPicPr>
        <p:blipFill>
          <a:blip r:embed="rId4" cstate="print"/>
          <a:stretch>
            <a:fillRect/>
          </a:stretch>
        </p:blipFill>
        <p:spPr>
          <a:xfrm>
            <a:off x="4488776" y="1629934"/>
            <a:ext cx="2990849" cy="3321050"/>
          </a:xfrm>
          <a:prstGeom prst="rect">
            <a:avLst/>
          </a:prstGeom>
        </p:spPr>
      </p:pic>
      <p:pic>
        <p:nvPicPr>
          <p:cNvPr id="19" name="object 7">
            <a:extLst>
              <a:ext uri="{FF2B5EF4-FFF2-40B4-BE49-F238E27FC236}">
                <a16:creationId xmlns:a16="http://schemas.microsoft.com/office/drawing/2014/main" id="{FBDCA8D3-E1C3-6902-E0CD-6FF9301C67E2}"/>
              </a:ext>
            </a:extLst>
          </p:cNvPr>
          <p:cNvPicPr/>
          <p:nvPr/>
        </p:nvPicPr>
        <p:blipFill>
          <a:blip r:embed="rId5" cstate="print"/>
          <a:stretch>
            <a:fillRect/>
          </a:stretch>
        </p:blipFill>
        <p:spPr>
          <a:xfrm>
            <a:off x="8434143" y="4049687"/>
            <a:ext cx="2990849" cy="1327149"/>
          </a:xfrm>
          <a:prstGeom prst="rect">
            <a:avLst/>
          </a:prstGeom>
        </p:spPr>
      </p:pic>
      <p:pic>
        <p:nvPicPr>
          <p:cNvPr id="21" name="object 8">
            <a:extLst>
              <a:ext uri="{FF2B5EF4-FFF2-40B4-BE49-F238E27FC236}">
                <a16:creationId xmlns:a16="http://schemas.microsoft.com/office/drawing/2014/main" id="{EF94FF2D-17B9-55F7-B6E1-52B08B97E8FE}"/>
              </a:ext>
            </a:extLst>
          </p:cNvPr>
          <p:cNvPicPr/>
          <p:nvPr/>
        </p:nvPicPr>
        <p:blipFill>
          <a:blip r:embed="rId6" cstate="print"/>
          <a:stretch>
            <a:fillRect/>
          </a:stretch>
        </p:blipFill>
        <p:spPr>
          <a:xfrm>
            <a:off x="8376993" y="1868843"/>
            <a:ext cx="3047999" cy="1339849"/>
          </a:xfrm>
          <a:prstGeom prst="rect">
            <a:avLst/>
          </a:prstGeom>
        </p:spPr>
      </p:pic>
    </p:spTree>
    <p:extLst>
      <p:ext uri="{BB962C8B-B14F-4D97-AF65-F5344CB8AC3E}">
        <p14:creationId xmlns:p14="http://schemas.microsoft.com/office/powerpoint/2010/main" val="387211188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071F2-82E5-16F9-4CA8-1E0A96CE4B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3468CF-C729-EACD-6CBE-B12A19AD30D8}"/>
              </a:ext>
            </a:extLst>
          </p:cNvPr>
          <p:cNvSpPr>
            <a:spLocks noGrp="1"/>
          </p:cNvSpPr>
          <p:nvPr>
            <p:ph type="title"/>
          </p:nvPr>
        </p:nvSpPr>
        <p:spPr/>
        <p:txBody>
          <a:bodyPr/>
          <a:lstStyle/>
          <a:p>
            <a:r>
              <a:rPr lang="en-IN" dirty="0"/>
              <a:t>Implementation Plan</a:t>
            </a:r>
            <a:endParaRPr lang="en-US" dirty="0"/>
          </a:p>
        </p:txBody>
      </p:sp>
      <p:pic>
        <p:nvPicPr>
          <p:cNvPr id="4" name="Picture 3">
            <a:extLst>
              <a:ext uri="{FF2B5EF4-FFF2-40B4-BE49-F238E27FC236}">
                <a16:creationId xmlns:a16="http://schemas.microsoft.com/office/drawing/2014/main" id="{D7ABD342-F248-D351-F5ED-90B5C20D1CC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37301" y="243840"/>
            <a:ext cx="1790699" cy="488373"/>
          </a:xfrm>
          <a:prstGeom prst="rect">
            <a:avLst/>
          </a:prstGeom>
        </p:spPr>
      </p:pic>
      <p:sp>
        <p:nvSpPr>
          <p:cNvPr id="42" name="TextBox 41">
            <a:extLst>
              <a:ext uri="{FF2B5EF4-FFF2-40B4-BE49-F238E27FC236}">
                <a16:creationId xmlns:a16="http://schemas.microsoft.com/office/drawing/2014/main" id="{FA8382C0-8982-CCC5-7890-14EDA2FC3A84}"/>
              </a:ext>
            </a:extLst>
          </p:cNvPr>
          <p:cNvSpPr txBox="1"/>
          <p:nvPr/>
        </p:nvSpPr>
        <p:spPr>
          <a:xfrm>
            <a:off x="2845147" y="4068511"/>
            <a:ext cx="393719" cy="359009"/>
          </a:xfrm>
          <a:prstGeom prst="rect">
            <a:avLst/>
          </a:prstGeom>
          <a:noFill/>
        </p:spPr>
        <p:txBody>
          <a:bodyPr wrap="square">
            <a:spAutoFit/>
          </a:bodyPr>
          <a:lstStyle/>
          <a:p>
            <a:r>
              <a:rPr lang="en-IN" sz="1733" dirty="0">
                <a:latin typeface="Trebuchet MS"/>
                <a:cs typeface="Trebuchet MS"/>
              </a:rPr>
              <a:t>→</a:t>
            </a:r>
            <a:endParaRPr lang="en-IN" dirty="0"/>
          </a:p>
        </p:txBody>
      </p:sp>
      <p:sp>
        <p:nvSpPr>
          <p:cNvPr id="44" name="TextBox 43">
            <a:extLst>
              <a:ext uri="{FF2B5EF4-FFF2-40B4-BE49-F238E27FC236}">
                <a16:creationId xmlns:a16="http://schemas.microsoft.com/office/drawing/2014/main" id="{EB1E02EE-63DB-2924-6A97-63642886A1FC}"/>
              </a:ext>
            </a:extLst>
          </p:cNvPr>
          <p:cNvSpPr txBox="1"/>
          <p:nvPr/>
        </p:nvSpPr>
        <p:spPr>
          <a:xfrm>
            <a:off x="5903876" y="4169201"/>
            <a:ext cx="546903" cy="359009"/>
          </a:xfrm>
          <a:prstGeom prst="rect">
            <a:avLst/>
          </a:prstGeom>
          <a:noFill/>
        </p:spPr>
        <p:txBody>
          <a:bodyPr wrap="square">
            <a:spAutoFit/>
          </a:bodyPr>
          <a:lstStyle/>
          <a:p>
            <a:r>
              <a:rPr lang="en-IN" sz="1733">
                <a:latin typeface="Trebuchet MS"/>
                <a:cs typeface="Trebuchet MS"/>
              </a:rPr>
              <a:t>→</a:t>
            </a:r>
            <a:endParaRPr lang="en-IN" dirty="0"/>
          </a:p>
        </p:txBody>
      </p:sp>
      <p:sp>
        <p:nvSpPr>
          <p:cNvPr id="46" name="TextBox 45">
            <a:extLst>
              <a:ext uri="{FF2B5EF4-FFF2-40B4-BE49-F238E27FC236}">
                <a16:creationId xmlns:a16="http://schemas.microsoft.com/office/drawing/2014/main" id="{74BDFF4B-2D3D-EA6D-1B24-3E081FAA7CD7}"/>
              </a:ext>
            </a:extLst>
          </p:cNvPr>
          <p:cNvSpPr txBox="1"/>
          <p:nvPr/>
        </p:nvSpPr>
        <p:spPr>
          <a:xfrm>
            <a:off x="8919568" y="4169200"/>
            <a:ext cx="393719" cy="359009"/>
          </a:xfrm>
          <a:prstGeom prst="rect">
            <a:avLst/>
          </a:prstGeom>
          <a:noFill/>
        </p:spPr>
        <p:txBody>
          <a:bodyPr wrap="square">
            <a:spAutoFit/>
          </a:bodyPr>
          <a:lstStyle/>
          <a:p>
            <a:r>
              <a:rPr lang="en-IN" sz="1733" dirty="0">
                <a:latin typeface="Trebuchet MS"/>
                <a:cs typeface="Trebuchet MS"/>
              </a:rPr>
              <a:t>→</a:t>
            </a:r>
            <a:endParaRPr lang="en-IN" dirty="0"/>
          </a:p>
        </p:txBody>
      </p:sp>
      <p:grpSp>
        <p:nvGrpSpPr>
          <p:cNvPr id="62" name="Group 61">
            <a:extLst>
              <a:ext uri="{FF2B5EF4-FFF2-40B4-BE49-F238E27FC236}">
                <a16:creationId xmlns:a16="http://schemas.microsoft.com/office/drawing/2014/main" id="{E2E271ED-F252-6F1A-FD50-B5CB886F5298}"/>
              </a:ext>
            </a:extLst>
          </p:cNvPr>
          <p:cNvGrpSpPr/>
          <p:nvPr/>
        </p:nvGrpSpPr>
        <p:grpSpPr>
          <a:xfrm>
            <a:off x="3280565" y="2448422"/>
            <a:ext cx="2534856" cy="3980541"/>
            <a:chOff x="3338333" y="2448423"/>
            <a:chExt cx="2534856" cy="3980541"/>
          </a:xfrm>
        </p:grpSpPr>
        <p:sp>
          <p:nvSpPr>
            <p:cNvPr id="32" name="Flowchart: Alternate Process 31">
              <a:extLst>
                <a:ext uri="{FF2B5EF4-FFF2-40B4-BE49-F238E27FC236}">
                  <a16:creationId xmlns:a16="http://schemas.microsoft.com/office/drawing/2014/main" id="{215512E0-8336-98AE-EAE2-59BD62778747}"/>
                </a:ext>
              </a:extLst>
            </p:cNvPr>
            <p:cNvSpPr/>
            <p:nvPr/>
          </p:nvSpPr>
          <p:spPr>
            <a:xfrm>
              <a:off x="3338333" y="2448423"/>
              <a:ext cx="2534856" cy="3980541"/>
            </a:xfrm>
            <a:prstGeom prst="flowChartAlternateProcess">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IN" dirty="0">
                  <a:latin typeface="Trebuchet MS"/>
                  <a:cs typeface="Trebuchet MS"/>
                </a:rPr>
                <a:t>  </a:t>
              </a:r>
              <a:endParaRPr lang="en-IN" dirty="0"/>
            </a:p>
          </p:txBody>
        </p:sp>
        <p:sp>
          <p:nvSpPr>
            <p:cNvPr id="48" name="TextBox 47">
              <a:extLst>
                <a:ext uri="{FF2B5EF4-FFF2-40B4-BE49-F238E27FC236}">
                  <a16:creationId xmlns:a16="http://schemas.microsoft.com/office/drawing/2014/main" id="{A1A0A9F2-FB1A-D222-323A-A144440DB3E4}"/>
                </a:ext>
              </a:extLst>
            </p:cNvPr>
            <p:cNvSpPr txBox="1"/>
            <p:nvPr/>
          </p:nvSpPr>
          <p:spPr>
            <a:xfrm>
              <a:off x="4051648" y="2688645"/>
              <a:ext cx="1077539" cy="369332"/>
            </a:xfrm>
            <a:prstGeom prst="rect">
              <a:avLst/>
            </a:prstGeom>
            <a:noFill/>
          </p:spPr>
          <p:txBody>
            <a:bodyPr wrap="none" rtlCol="0">
              <a:spAutoFit/>
            </a:bodyPr>
            <a:lstStyle/>
            <a:p>
              <a:r>
                <a:rPr lang="en-US" dirty="0"/>
                <a:t>PHASE-2</a:t>
              </a:r>
              <a:endParaRPr lang="en-IN" dirty="0"/>
            </a:p>
          </p:txBody>
        </p:sp>
        <p:sp>
          <p:nvSpPr>
            <p:cNvPr id="51" name="TextBox 50">
              <a:extLst>
                <a:ext uri="{FF2B5EF4-FFF2-40B4-BE49-F238E27FC236}">
                  <a16:creationId xmlns:a16="http://schemas.microsoft.com/office/drawing/2014/main" id="{8090C016-91DE-22B4-A169-2A7C002A6CC1}"/>
                </a:ext>
              </a:extLst>
            </p:cNvPr>
            <p:cNvSpPr txBox="1"/>
            <p:nvPr/>
          </p:nvSpPr>
          <p:spPr>
            <a:xfrm>
              <a:off x="3498229" y="2688645"/>
              <a:ext cx="599844" cy="369332"/>
            </a:xfrm>
            <a:prstGeom prst="rect">
              <a:avLst/>
            </a:prstGeom>
            <a:noFill/>
          </p:spPr>
          <p:txBody>
            <a:bodyPr wrap="none" rtlCol="0">
              <a:spAutoFit/>
            </a:bodyPr>
            <a:lstStyle/>
            <a:p>
              <a:r>
                <a:rPr lang="en-IN" dirty="0">
                  <a:latin typeface="Trebuchet MS"/>
                  <a:cs typeface="Trebuchet MS"/>
                </a:rPr>
                <a:t> ② </a:t>
              </a:r>
              <a:endParaRPr lang="en-IN" dirty="0"/>
            </a:p>
          </p:txBody>
        </p:sp>
        <p:sp>
          <p:nvSpPr>
            <p:cNvPr id="55" name="TextBox 54">
              <a:extLst>
                <a:ext uri="{FF2B5EF4-FFF2-40B4-BE49-F238E27FC236}">
                  <a16:creationId xmlns:a16="http://schemas.microsoft.com/office/drawing/2014/main" id="{10BF595D-462E-F5DE-E79A-BA61FBCDDCAF}"/>
                </a:ext>
              </a:extLst>
            </p:cNvPr>
            <p:cNvSpPr txBox="1"/>
            <p:nvPr/>
          </p:nvSpPr>
          <p:spPr>
            <a:xfrm>
              <a:off x="3660160" y="3136360"/>
              <a:ext cx="1962397" cy="369332"/>
            </a:xfrm>
            <a:prstGeom prst="rect">
              <a:avLst/>
            </a:prstGeom>
            <a:noFill/>
          </p:spPr>
          <p:txBody>
            <a:bodyPr wrap="none" rtlCol="0">
              <a:spAutoFit/>
            </a:bodyPr>
            <a:lstStyle/>
            <a:p>
              <a:r>
                <a:rPr lang="en-IN" b="1" dirty="0">
                  <a:latin typeface="Trebuchet MS"/>
                  <a:cs typeface="Trebuchet MS"/>
                </a:rPr>
                <a:t>MEMORY ENGINE</a:t>
              </a:r>
              <a:endParaRPr lang="en-IN" b="1" dirty="0"/>
            </a:p>
          </p:txBody>
        </p:sp>
      </p:grpSp>
      <p:grpSp>
        <p:nvGrpSpPr>
          <p:cNvPr id="61" name="Group 60">
            <a:extLst>
              <a:ext uri="{FF2B5EF4-FFF2-40B4-BE49-F238E27FC236}">
                <a16:creationId xmlns:a16="http://schemas.microsoft.com/office/drawing/2014/main" id="{00C63CF4-7039-8203-3E10-2AEFC9F15CDF}"/>
              </a:ext>
            </a:extLst>
          </p:cNvPr>
          <p:cNvGrpSpPr/>
          <p:nvPr/>
        </p:nvGrpSpPr>
        <p:grpSpPr>
          <a:xfrm>
            <a:off x="136274" y="2448422"/>
            <a:ext cx="2534856" cy="4084968"/>
            <a:chOff x="276406" y="2531545"/>
            <a:chExt cx="2534856" cy="4084968"/>
          </a:xfrm>
        </p:grpSpPr>
        <p:sp>
          <p:nvSpPr>
            <p:cNvPr id="36" name="Flowchart: Alternate Process 35">
              <a:extLst>
                <a:ext uri="{FF2B5EF4-FFF2-40B4-BE49-F238E27FC236}">
                  <a16:creationId xmlns:a16="http://schemas.microsoft.com/office/drawing/2014/main" id="{1E576940-F8F8-0E01-FA27-B546D2365FA2}"/>
                </a:ext>
              </a:extLst>
            </p:cNvPr>
            <p:cNvSpPr/>
            <p:nvPr/>
          </p:nvSpPr>
          <p:spPr>
            <a:xfrm>
              <a:off x="276406" y="2531545"/>
              <a:ext cx="2534856" cy="3980541"/>
            </a:xfrm>
            <a:prstGeom prst="flowChartAlternateProcess">
              <a:avLst/>
            </a:prstGeom>
          </p:spPr>
          <p:style>
            <a:lnRef idx="0">
              <a:schemeClr val="accent3"/>
            </a:lnRef>
            <a:fillRef idx="3">
              <a:schemeClr val="accent3"/>
            </a:fillRef>
            <a:effectRef idx="3">
              <a:schemeClr val="accent3"/>
            </a:effectRef>
            <a:fontRef idx="minor">
              <a:schemeClr val="lt1"/>
            </a:fontRef>
          </p:style>
          <p:txBody>
            <a:bodyPr rtlCol="0" anchor="ctr"/>
            <a:lstStyle/>
            <a:p>
              <a:pPr marL="940435">
                <a:lnSpc>
                  <a:spcPct val="100000"/>
                </a:lnSpc>
                <a:tabLst>
                  <a:tab pos="1165860" algn="l"/>
                </a:tabLst>
              </a:pPr>
              <a:r>
                <a:rPr lang="en-IN" dirty="0">
                  <a:latin typeface="Trebuchet MS"/>
                  <a:cs typeface="Trebuchet MS"/>
                </a:rPr>
                <a:t>  </a:t>
              </a:r>
              <a:endParaRPr lang="en-IN" dirty="0"/>
            </a:p>
          </p:txBody>
        </p:sp>
        <p:sp>
          <p:nvSpPr>
            <p:cNvPr id="38" name="TextBox 37">
              <a:extLst>
                <a:ext uri="{FF2B5EF4-FFF2-40B4-BE49-F238E27FC236}">
                  <a16:creationId xmlns:a16="http://schemas.microsoft.com/office/drawing/2014/main" id="{01992BF2-701C-D915-5E53-C25E1B7B94D7}"/>
                </a:ext>
              </a:extLst>
            </p:cNvPr>
            <p:cNvSpPr txBox="1"/>
            <p:nvPr/>
          </p:nvSpPr>
          <p:spPr>
            <a:xfrm>
              <a:off x="394609" y="2668814"/>
              <a:ext cx="599844" cy="369332"/>
            </a:xfrm>
            <a:prstGeom prst="rect">
              <a:avLst/>
            </a:prstGeom>
            <a:noFill/>
          </p:spPr>
          <p:txBody>
            <a:bodyPr wrap="none" rtlCol="0">
              <a:spAutoFit/>
            </a:bodyPr>
            <a:lstStyle/>
            <a:p>
              <a:r>
                <a:rPr lang="en-IN" dirty="0">
                  <a:latin typeface="Trebuchet MS"/>
                  <a:cs typeface="Trebuchet MS"/>
                </a:rPr>
                <a:t> ① </a:t>
              </a:r>
              <a:endParaRPr lang="en-IN" dirty="0"/>
            </a:p>
          </p:txBody>
        </p:sp>
        <p:sp>
          <p:nvSpPr>
            <p:cNvPr id="47" name="TextBox 46">
              <a:extLst>
                <a:ext uri="{FF2B5EF4-FFF2-40B4-BE49-F238E27FC236}">
                  <a16:creationId xmlns:a16="http://schemas.microsoft.com/office/drawing/2014/main" id="{2DE70BB2-B47C-0E78-FE5F-06ECD65AFF0B}"/>
                </a:ext>
              </a:extLst>
            </p:cNvPr>
            <p:cNvSpPr txBox="1"/>
            <p:nvPr/>
          </p:nvSpPr>
          <p:spPr>
            <a:xfrm>
              <a:off x="1025140" y="2688645"/>
              <a:ext cx="1077539" cy="369332"/>
            </a:xfrm>
            <a:prstGeom prst="rect">
              <a:avLst/>
            </a:prstGeom>
            <a:noFill/>
          </p:spPr>
          <p:txBody>
            <a:bodyPr wrap="none" rtlCol="0">
              <a:spAutoFit/>
            </a:bodyPr>
            <a:lstStyle/>
            <a:p>
              <a:r>
                <a:rPr lang="en-US" dirty="0"/>
                <a:t>PHASE-1</a:t>
              </a:r>
              <a:endParaRPr lang="en-IN" dirty="0"/>
            </a:p>
          </p:txBody>
        </p:sp>
        <p:sp>
          <p:nvSpPr>
            <p:cNvPr id="54" name="TextBox 53">
              <a:extLst>
                <a:ext uri="{FF2B5EF4-FFF2-40B4-BE49-F238E27FC236}">
                  <a16:creationId xmlns:a16="http://schemas.microsoft.com/office/drawing/2014/main" id="{3FCB157A-DA10-C675-1AAC-8AEAC25D92E9}"/>
                </a:ext>
              </a:extLst>
            </p:cNvPr>
            <p:cNvSpPr txBox="1"/>
            <p:nvPr/>
          </p:nvSpPr>
          <p:spPr>
            <a:xfrm>
              <a:off x="739767" y="3141100"/>
              <a:ext cx="1608133" cy="369332"/>
            </a:xfrm>
            <a:prstGeom prst="rect">
              <a:avLst/>
            </a:prstGeom>
            <a:noFill/>
          </p:spPr>
          <p:txBody>
            <a:bodyPr wrap="none" rtlCol="0">
              <a:spAutoFit/>
            </a:bodyPr>
            <a:lstStyle/>
            <a:p>
              <a:r>
                <a:rPr lang="en-IN" b="1" dirty="0">
                  <a:latin typeface="Trebuchet MS"/>
                  <a:cs typeface="Trebuchet MS"/>
                </a:rPr>
                <a:t>FOUNDATION</a:t>
              </a:r>
              <a:endParaRPr lang="en-IN" b="1" dirty="0"/>
            </a:p>
          </p:txBody>
        </p:sp>
        <p:sp>
          <p:nvSpPr>
            <p:cNvPr id="59" name="TextBox 58">
              <a:extLst>
                <a:ext uri="{FF2B5EF4-FFF2-40B4-BE49-F238E27FC236}">
                  <a16:creationId xmlns:a16="http://schemas.microsoft.com/office/drawing/2014/main" id="{D5E7A548-4F4E-B68E-8727-C260115D2AA4}"/>
                </a:ext>
              </a:extLst>
            </p:cNvPr>
            <p:cNvSpPr txBox="1"/>
            <p:nvPr/>
          </p:nvSpPr>
          <p:spPr>
            <a:xfrm>
              <a:off x="394609" y="3754191"/>
              <a:ext cx="2128672" cy="2862322"/>
            </a:xfrm>
            <a:prstGeom prst="rect">
              <a:avLst/>
            </a:prstGeom>
            <a:noFill/>
          </p:spPr>
          <p:txBody>
            <a:bodyPr wrap="square" rtlCol="0">
              <a:spAutoFit/>
            </a:bodyPr>
            <a:lstStyle/>
            <a:p>
              <a:pPr marL="285750" lvl="0" indent="-285750">
                <a:buFont typeface="Wingdings" panose="05000000000000000000" pitchFamily="2" charset="2"/>
                <a:buChar char="ü"/>
              </a:pPr>
              <a:r>
                <a:rPr lang="en-IN" dirty="0"/>
                <a:t>Fast API Backend </a:t>
              </a:r>
            </a:p>
            <a:p>
              <a:pPr marL="285750" lvl="0" indent="-285750">
                <a:buFont typeface="Wingdings" panose="05000000000000000000" pitchFamily="2" charset="2"/>
                <a:buChar char="ü"/>
              </a:pPr>
              <a:r>
                <a:rPr lang="en-IN" dirty="0"/>
                <a:t>PostgreSQL + </a:t>
              </a:r>
              <a:r>
                <a:rPr lang="en-IN" dirty="0" err="1"/>
                <a:t>pg</a:t>
              </a:r>
              <a:r>
                <a:rPr lang="en-IN" dirty="0"/>
                <a:t> vector </a:t>
              </a:r>
            </a:p>
            <a:p>
              <a:pPr marL="285750" lvl="0" indent="-285750">
                <a:buFont typeface="Wingdings" panose="05000000000000000000" pitchFamily="2" charset="2"/>
                <a:buChar char="ü"/>
              </a:pPr>
              <a:r>
                <a:rPr lang="en-IN" dirty="0"/>
                <a:t>User &amp; Message Models </a:t>
              </a:r>
            </a:p>
            <a:p>
              <a:pPr marL="285750" lvl="0" indent="-285750">
                <a:buFont typeface="Wingdings" panose="05000000000000000000" pitchFamily="2" charset="2"/>
                <a:buChar char="ü"/>
              </a:pPr>
              <a:r>
                <a:rPr lang="en-IN" dirty="0"/>
                <a:t>Versioned Memory Schema</a:t>
              </a:r>
            </a:p>
            <a:p>
              <a:pPr marL="285750" indent="-285750">
                <a:buFont typeface="Wingdings" panose="05000000000000000000" pitchFamily="2" charset="2"/>
                <a:buChar char="ü"/>
              </a:pPr>
              <a:endParaRPr lang="en-IN" dirty="0"/>
            </a:p>
          </p:txBody>
        </p:sp>
      </p:grpSp>
      <p:sp>
        <p:nvSpPr>
          <p:cNvPr id="60" name="TextBox 59">
            <a:extLst>
              <a:ext uri="{FF2B5EF4-FFF2-40B4-BE49-F238E27FC236}">
                <a16:creationId xmlns:a16="http://schemas.microsoft.com/office/drawing/2014/main" id="{74971D2F-F3F3-CFAC-70DD-B1DE7442659B}"/>
              </a:ext>
            </a:extLst>
          </p:cNvPr>
          <p:cNvSpPr txBox="1"/>
          <p:nvPr/>
        </p:nvSpPr>
        <p:spPr>
          <a:xfrm>
            <a:off x="3477021" y="3673323"/>
            <a:ext cx="1766444" cy="2862322"/>
          </a:xfrm>
          <a:prstGeom prst="rect">
            <a:avLst/>
          </a:prstGeom>
          <a:noFill/>
        </p:spPr>
        <p:txBody>
          <a:bodyPr wrap="square" rtlCol="0">
            <a:spAutoFit/>
          </a:bodyPr>
          <a:lstStyle/>
          <a:p>
            <a:pPr marL="285750" lvl="0" indent="-285750">
              <a:buFont typeface="Wingdings" panose="05000000000000000000" pitchFamily="2" charset="2"/>
              <a:buChar char="ü"/>
            </a:pPr>
            <a:r>
              <a:rPr lang="en-IN" dirty="0"/>
              <a:t>Memory Scoring </a:t>
            </a:r>
          </a:p>
          <a:p>
            <a:pPr marL="285750" lvl="0" indent="-285750">
              <a:buFont typeface="Wingdings" panose="05000000000000000000" pitchFamily="2" charset="2"/>
              <a:buChar char="ü"/>
            </a:pPr>
            <a:r>
              <a:rPr lang="en-IN" dirty="0"/>
              <a:t>Relevance &amp; Recency </a:t>
            </a:r>
          </a:p>
          <a:p>
            <a:pPr marL="285750" lvl="0" indent="-285750">
              <a:buFont typeface="Wingdings" panose="05000000000000000000" pitchFamily="2" charset="2"/>
              <a:buChar char="ü"/>
            </a:pPr>
            <a:r>
              <a:rPr lang="en-IN" dirty="0"/>
              <a:t>Keep / Summarize / Discard </a:t>
            </a:r>
          </a:p>
          <a:p>
            <a:pPr marL="285750" lvl="0" indent="-285750">
              <a:buFont typeface="Wingdings" panose="05000000000000000000" pitchFamily="2" charset="2"/>
              <a:buChar char="ü"/>
            </a:pPr>
            <a:r>
              <a:rPr lang="en-IN" dirty="0"/>
              <a:t>Memory Versioning</a:t>
            </a:r>
          </a:p>
          <a:p>
            <a:pPr marL="285750" indent="-285750">
              <a:buFont typeface="Wingdings" panose="05000000000000000000" pitchFamily="2" charset="2"/>
              <a:buChar char="ü"/>
            </a:pPr>
            <a:endParaRPr lang="en-IN" dirty="0"/>
          </a:p>
        </p:txBody>
      </p:sp>
      <p:grpSp>
        <p:nvGrpSpPr>
          <p:cNvPr id="65" name="Group 64">
            <a:extLst>
              <a:ext uri="{FF2B5EF4-FFF2-40B4-BE49-F238E27FC236}">
                <a16:creationId xmlns:a16="http://schemas.microsoft.com/office/drawing/2014/main" id="{A1AE9ACC-E4C4-96CF-C082-4337459768E8}"/>
              </a:ext>
            </a:extLst>
          </p:cNvPr>
          <p:cNvGrpSpPr/>
          <p:nvPr/>
        </p:nvGrpSpPr>
        <p:grpSpPr>
          <a:xfrm>
            <a:off x="6337337" y="2448422"/>
            <a:ext cx="2534856" cy="3980541"/>
            <a:chOff x="6349497" y="2448422"/>
            <a:chExt cx="2534856" cy="3980541"/>
          </a:xfrm>
        </p:grpSpPr>
        <p:sp>
          <p:nvSpPr>
            <p:cNvPr id="40" name="Flowchart: Alternate Process 39">
              <a:extLst>
                <a:ext uri="{FF2B5EF4-FFF2-40B4-BE49-F238E27FC236}">
                  <a16:creationId xmlns:a16="http://schemas.microsoft.com/office/drawing/2014/main" id="{1F11A459-25AE-0BFA-7DEF-4E3E52AE5F6E}"/>
                </a:ext>
              </a:extLst>
            </p:cNvPr>
            <p:cNvSpPr/>
            <p:nvPr/>
          </p:nvSpPr>
          <p:spPr>
            <a:xfrm>
              <a:off x="6349497" y="2448422"/>
              <a:ext cx="2534856" cy="3980541"/>
            </a:xfrm>
            <a:prstGeom prst="flowChartAlternateProcess">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sp>
          <p:nvSpPr>
            <p:cNvPr id="49" name="TextBox 48">
              <a:extLst>
                <a:ext uri="{FF2B5EF4-FFF2-40B4-BE49-F238E27FC236}">
                  <a16:creationId xmlns:a16="http://schemas.microsoft.com/office/drawing/2014/main" id="{6D7C674B-5CB7-C76A-9A6B-8090CD76B7FE}"/>
                </a:ext>
              </a:extLst>
            </p:cNvPr>
            <p:cNvSpPr txBox="1"/>
            <p:nvPr/>
          </p:nvSpPr>
          <p:spPr>
            <a:xfrm>
              <a:off x="6979715" y="2688645"/>
              <a:ext cx="1077539" cy="369332"/>
            </a:xfrm>
            <a:prstGeom prst="rect">
              <a:avLst/>
            </a:prstGeom>
            <a:noFill/>
          </p:spPr>
          <p:txBody>
            <a:bodyPr wrap="none" rtlCol="0">
              <a:spAutoFit/>
            </a:bodyPr>
            <a:lstStyle/>
            <a:p>
              <a:r>
                <a:rPr lang="en-US" dirty="0"/>
                <a:t>PHASE-3</a:t>
              </a:r>
              <a:endParaRPr lang="en-IN" dirty="0"/>
            </a:p>
          </p:txBody>
        </p:sp>
        <p:sp>
          <p:nvSpPr>
            <p:cNvPr id="52" name="TextBox 51">
              <a:extLst>
                <a:ext uri="{FF2B5EF4-FFF2-40B4-BE49-F238E27FC236}">
                  <a16:creationId xmlns:a16="http://schemas.microsoft.com/office/drawing/2014/main" id="{42870AB6-2F5E-60EE-3F41-01964855902D}"/>
                </a:ext>
              </a:extLst>
            </p:cNvPr>
            <p:cNvSpPr txBox="1"/>
            <p:nvPr/>
          </p:nvSpPr>
          <p:spPr>
            <a:xfrm>
              <a:off x="6501980" y="2688645"/>
              <a:ext cx="461986" cy="369332"/>
            </a:xfrm>
            <a:prstGeom prst="rect">
              <a:avLst/>
            </a:prstGeom>
            <a:noFill/>
          </p:spPr>
          <p:txBody>
            <a:bodyPr wrap="none" rtlCol="0">
              <a:spAutoFit/>
            </a:bodyPr>
            <a:lstStyle/>
            <a:p>
              <a:r>
                <a:rPr lang="en-IN" dirty="0">
                  <a:latin typeface="Trebuchet MS"/>
                  <a:cs typeface="Trebuchet MS"/>
                </a:rPr>
                <a:t>③</a:t>
              </a:r>
              <a:endParaRPr lang="en-IN" dirty="0"/>
            </a:p>
          </p:txBody>
        </p:sp>
        <p:sp>
          <p:nvSpPr>
            <p:cNvPr id="56" name="TextBox 55">
              <a:extLst>
                <a:ext uri="{FF2B5EF4-FFF2-40B4-BE49-F238E27FC236}">
                  <a16:creationId xmlns:a16="http://schemas.microsoft.com/office/drawing/2014/main" id="{639C18D4-8359-E1CB-9B17-EE88FA7D26EF}"/>
                </a:ext>
              </a:extLst>
            </p:cNvPr>
            <p:cNvSpPr txBox="1"/>
            <p:nvPr/>
          </p:nvSpPr>
          <p:spPr>
            <a:xfrm>
              <a:off x="6685973" y="3155258"/>
              <a:ext cx="1830950" cy="369332"/>
            </a:xfrm>
            <a:prstGeom prst="rect">
              <a:avLst/>
            </a:prstGeom>
            <a:noFill/>
          </p:spPr>
          <p:txBody>
            <a:bodyPr wrap="none" rtlCol="0">
              <a:spAutoFit/>
            </a:bodyPr>
            <a:lstStyle/>
            <a:p>
              <a:r>
                <a:rPr lang="en-IN" b="1" dirty="0">
                  <a:latin typeface="Trebuchet MS"/>
                  <a:cs typeface="Trebuchet MS"/>
                </a:rPr>
                <a:t>USER CONTROL</a:t>
              </a:r>
              <a:endParaRPr lang="en-IN" b="1" dirty="0"/>
            </a:p>
          </p:txBody>
        </p:sp>
        <p:sp>
          <p:nvSpPr>
            <p:cNvPr id="63" name="TextBox 62">
              <a:extLst>
                <a:ext uri="{FF2B5EF4-FFF2-40B4-BE49-F238E27FC236}">
                  <a16:creationId xmlns:a16="http://schemas.microsoft.com/office/drawing/2014/main" id="{ED963B14-E857-6D0F-E00A-C9B78F0C8E18}"/>
                </a:ext>
              </a:extLst>
            </p:cNvPr>
            <p:cNvSpPr txBox="1"/>
            <p:nvPr/>
          </p:nvSpPr>
          <p:spPr>
            <a:xfrm>
              <a:off x="6461368" y="3793678"/>
              <a:ext cx="2280159" cy="1754326"/>
            </a:xfrm>
            <a:prstGeom prst="rect">
              <a:avLst/>
            </a:prstGeom>
            <a:noFill/>
          </p:spPr>
          <p:txBody>
            <a:bodyPr wrap="square" rtlCol="0">
              <a:spAutoFit/>
            </a:bodyPr>
            <a:lstStyle/>
            <a:p>
              <a:pPr marL="285750" lvl="0" indent="-285750">
                <a:buFont typeface="Wingdings" panose="05000000000000000000" pitchFamily="2" charset="2"/>
                <a:buChar char="ü"/>
              </a:pPr>
              <a:r>
                <a:rPr lang="en-IN" dirty="0"/>
                <a:t>View Memories </a:t>
              </a:r>
            </a:p>
            <a:p>
              <a:pPr marL="285750" lvl="0" indent="-285750">
                <a:buFont typeface="Wingdings" panose="05000000000000000000" pitchFamily="2" charset="2"/>
                <a:buChar char="ü"/>
              </a:pPr>
              <a:r>
                <a:rPr lang="en-IN" dirty="0"/>
                <a:t>Edit / Delete </a:t>
              </a:r>
            </a:p>
            <a:p>
              <a:pPr marL="285750" lvl="0" indent="-285750">
                <a:buFont typeface="Wingdings" panose="05000000000000000000" pitchFamily="2" charset="2"/>
                <a:buChar char="ü"/>
              </a:pPr>
              <a:r>
                <a:rPr lang="en-IN" dirty="0"/>
                <a:t>Trim / Expand </a:t>
              </a:r>
            </a:p>
            <a:p>
              <a:pPr marL="285750" lvl="0" indent="-285750">
                <a:buFont typeface="Wingdings" panose="05000000000000000000" pitchFamily="2" charset="2"/>
                <a:buChar char="ü"/>
              </a:pPr>
              <a:r>
                <a:rPr lang="en-IN" dirty="0"/>
                <a:t>Restore Previous Versions </a:t>
              </a:r>
            </a:p>
            <a:p>
              <a:pPr marL="285750" indent="-285750">
                <a:buFont typeface="Wingdings" panose="05000000000000000000" pitchFamily="2" charset="2"/>
                <a:buChar char="ü"/>
              </a:pPr>
              <a:endParaRPr lang="en-IN" dirty="0"/>
            </a:p>
          </p:txBody>
        </p:sp>
      </p:grpSp>
      <p:grpSp>
        <p:nvGrpSpPr>
          <p:cNvPr id="66" name="Group 65">
            <a:extLst>
              <a:ext uri="{FF2B5EF4-FFF2-40B4-BE49-F238E27FC236}">
                <a16:creationId xmlns:a16="http://schemas.microsoft.com/office/drawing/2014/main" id="{860B2350-4168-4C39-6233-92C7B1DC4157}"/>
              </a:ext>
            </a:extLst>
          </p:cNvPr>
          <p:cNvGrpSpPr/>
          <p:nvPr/>
        </p:nvGrpSpPr>
        <p:grpSpPr>
          <a:xfrm>
            <a:off x="9346853" y="2437249"/>
            <a:ext cx="2534856" cy="3980541"/>
            <a:chOff x="9375496" y="2358436"/>
            <a:chExt cx="2534856" cy="3980541"/>
          </a:xfrm>
        </p:grpSpPr>
        <p:sp>
          <p:nvSpPr>
            <p:cNvPr id="34" name="Flowchart: Alternate Process 33">
              <a:extLst>
                <a:ext uri="{FF2B5EF4-FFF2-40B4-BE49-F238E27FC236}">
                  <a16:creationId xmlns:a16="http://schemas.microsoft.com/office/drawing/2014/main" id="{E9434E38-1CAE-2FA4-2F62-283782B811A4}"/>
                </a:ext>
              </a:extLst>
            </p:cNvPr>
            <p:cNvSpPr/>
            <p:nvPr/>
          </p:nvSpPr>
          <p:spPr>
            <a:xfrm>
              <a:off x="9375496" y="2358436"/>
              <a:ext cx="2534856" cy="3980541"/>
            </a:xfrm>
            <a:prstGeom prst="flowChartAlternateProcess">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dirty="0"/>
            </a:p>
          </p:txBody>
        </p:sp>
        <p:sp>
          <p:nvSpPr>
            <p:cNvPr id="50" name="TextBox 49">
              <a:extLst>
                <a:ext uri="{FF2B5EF4-FFF2-40B4-BE49-F238E27FC236}">
                  <a16:creationId xmlns:a16="http://schemas.microsoft.com/office/drawing/2014/main" id="{0E6426F1-BDA4-1B40-B864-D4EA4D324946}"/>
                </a:ext>
              </a:extLst>
            </p:cNvPr>
            <p:cNvSpPr txBox="1"/>
            <p:nvPr/>
          </p:nvSpPr>
          <p:spPr>
            <a:xfrm>
              <a:off x="10220446" y="2670693"/>
              <a:ext cx="1077539" cy="369332"/>
            </a:xfrm>
            <a:prstGeom prst="rect">
              <a:avLst/>
            </a:prstGeom>
            <a:noFill/>
          </p:spPr>
          <p:txBody>
            <a:bodyPr wrap="none" rtlCol="0">
              <a:spAutoFit/>
            </a:bodyPr>
            <a:lstStyle/>
            <a:p>
              <a:r>
                <a:rPr lang="en-US" dirty="0"/>
                <a:t>PHASE-4</a:t>
              </a:r>
              <a:endParaRPr lang="en-IN" dirty="0"/>
            </a:p>
          </p:txBody>
        </p:sp>
        <p:sp>
          <p:nvSpPr>
            <p:cNvPr id="53" name="TextBox 52">
              <a:extLst>
                <a:ext uri="{FF2B5EF4-FFF2-40B4-BE49-F238E27FC236}">
                  <a16:creationId xmlns:a16="http://schemas.microsoft.com/office/drawing/2014/main" id="{CDE783E6-79BA-091C-6499-CD07C9F20450}"/>
                </a:ext>
              </a:extLst>
            </p:cNvPr>
            <p:cNvSpPr txBox="1"/>
            <p:nvPr/>
          </p:nvSpPr>
          <p:spPr>
            <a:xfrm>
              <a:off x="9525097" y="2668814"/>
              <a:ext cx="579602" cy="646331"/>
            </a:xfrm>
            <a:prstGeom prst="rect">
              <a:avLst/>
            </a:prstGeom>
            <a:noFill/>
          </p:spPr>
          <p:txBody>
            <a:bodyPr wrap="square" rtlCol="0">
              <a:spAutoFit/>
            </a:bodyPr>
            <a:lstStyle/>
            <a:p>
              <a:r>
                <a:rPr lang="en-IN" dirty="0">
                  <a:latin typeface="Trebuchet MS"/>
                  <a:cs typeface="Trebuchet MS"/>
                </a:rPr>
                <a:t> ④</a:t>
              </a:r>
            </a:p>
            <a:p>
              <a:endParaRPr lang="en-IN" dirty="0"/>
            </a:p>
          </p:txBody>
        </p:sp>
        <p:sp>
          <p:nvSpPr>
            <p:cNvPr id="57" name="TextBox 56">
              <a:extLst>
                <a:ext uri="{FF2B5EF4-FFF2-40B4-BE49-F238E27FC236}">
                  <a16:creationId xmlns:a16="http://schemas.microsoft.com/office/drawing/2014/main" id="{36209110-9354-E81B-AC2C-D93F797A3D97}"/>
                </a:ext>
              </a:extLst>
            </p:cNvPr>
            <p:cNvSpPr txBox="1"/>
            <p:nvPr/>
          </p:nvSpPr>
          <p:spPr>
            <a:xfrm>
              <a:off x="10017362" y="3136360"/>
              <a:ext cx="1630575" cy="369332"/>
            </a:xfrm>
            <a:prstGeom prst="rect">
              <a:avLst/>
            </a:prstGeom>
            <a:noFill/>
          </p:spPr>
          <p:txBody>
            <a:bodyPr wrap="none" rtlCol="0">
              <a:spAutoFit/>
            </a:bodyPr>
            <a:lstStyle/>
            <a:p>
              <a:r>
                <a:rPr lang="en-IN" b="1" dirty="0">
                  <a:latin typeface="Trebuchet MS"/>
                  <a:cs typeface="Trebuchet MS"/>
                </a:rPr>
                <a:t>DEPLOYMENT</a:t>
              </a:r>
              <a:endParaRPr lang="en-IN" b="1" dirty="0"/>
            </a:p>
          </p:txBody>
        </p:sp>
        <p:sp>
          <p:nvSpPr>
            <p:cNvPr id="64" name="TextBox 63">
              <a:extLst>
                <a:ext uri="{FF2B5EF4-FFF2-40B4-BE49-F238E27FC236}">
                  <a16:creationId xmlns:a16="http://schemas.microsoft.com/office/drawing/2014/main" id="{DFC8A080-51E2-EAE1-30C2-DA574FA6E989}"/>
                </a:ext>
              </a:extLst>
            </p:cNvPr>
            <p:cNvSpPr txBox="1"/>
            <p:nvPr/>
          </p:nvSpPr>
          <p:spPr>
            <a:xfrm>
              <a:off x="9471266" y="3714865"/>
              <a:ext cx="2398026" cy="2031325"/>
            </a:xfrm>
            <a:prstGeom prst="rect">
              <a:avLst/>
            </a:prstGeom>
            <a:noFill/>
          </p:spPr>
          <p:txBody>
            <a:bodyPr wrap="square" rtlCol="0">
              <a:spAutoFit/>
            </a:bodyPr>
            <a:lstStyle/>
            <a:p>
              <a:pPr marL="285750" lvl="0" indent="-285750">
                <a:buFont typeface="Wingdings" panose="05000000000000000000" pitchFamily="2" charset="2"/>
                <a:buChar char="ü"/>
              </a:pPr>
              <a:r>
                <a:rPr lang="en-IN" dirty="0"/>
                <a:t>Frontend + Backend </a:t>
              </a:r>
            </a:p>
            <a:p>
              <a:pPr marL="285750" lvl="0" indent="-285750">
                <a:buFont typeface="Wingdings" panose="05000000000000000000" pitchFamily="2" charset="2"/>
                <a:buChar char="ü"/>
              </a:pPr>
              <a:r>
                <a:rPr lang="en-IN" dirty="0"/>
                <a:t>LLM Integration </a:t>
              </a:r>
            </a:p>
            <a:p>
              <a:pPr marL="285750" lvl="0" indent="-285750">
                <a:buFont typeface="Wingdings" panose="05000000000000000000" pitchFamily="2" charset="2"/>
                <a:buChar char="ü"/>
              </a:pPr>
              <a:r>
                <a:rPr lang="en-IN" dirty="0"/>
                <a:t>Testing &amp; Validation </a:t>
              </a:r>
            </a:p>
            <a:p>
              <a:pPr marL="285750" lvl="0" indent="-285750">
                <a:buFont typeface="Wingdings" panose="05000000000000000000" pitchFamily="2" charset="2"/>
                <a:buChar char="ü"/>
              </a:pPr>
              <a:r>
                <a:rPr lang="en-IN" dirty="0"/>
                <a:t>Docker + Cloud Deployment</a:t>
              </a:r>
            </a:p>
            <a:p>
              <a:pPr marL="285750" indent="-285750">
                <a:buFont typeface="Wingdings" panose="05000000000000000000" pitchFamily="2" charset="2"/>
                <a:buChar char="ü"/>
              </a:pPr>
              <a:endParaRPr lang="en-IN" dirty="0"/>
            </a:p>
          </p:txBody>
        </p:sp>
      </p:grpSp>
      <p:grpSp>
        <p:nvGrpSpPr>
          <p:cNvPr id="77" name="Group 76">
            <a:extLst>
              <a:ext uri="{FF2B5EF4-FFF2-40B4-BE49-F238E27FC236}">
                <a16:creationId xmlns:a16="http://schemas.microsoft.com/office/drawing/2014/main" id="{D5AB8169-1E77-BE61-1F40-42D342669170}"/>
              </a:ext>
            </a:extLst>
          </p:cNvPr>
          <p:cNvGrpSpPr/>
          <p:nvPr/>
        </p:nvGrpSpPr>
        <p:grpSpPr>
          <a:xfrm>
            <a:off x="334674" y="1102457"/>
            <a:ext cx="11138403" cy="373099"/>
            <a:chOff x="324147" y="1784808"/>
            <a:chExt cx="11138403" cy="373099"/>
          </a:xfrm>
        </p:grpSpPr>
        <p:sp>
          <p:nvSpPr>
            <p:cNvPr id="68" name="TextBox 67">
              <a:extLst>
                <a:ext uri="{FF2B5EF4-FFF2-40B4-BE49-F238E27FC236}">
                  <a16:creationId xmlns:a16="http://schemas.microsoft.com/office/drawing/2014/main" id="{F1F6CBDA-F9F2-42BE-E715-B2456AD3CADD}"/>
                </a:ext>
              </a:extLst>
            </p:cNvPr>
            <p:cNvSpPr txBox="1"/>
            <p:nvPr/>
          </p:nvSpPr>
          <p:spPr>
            <a:xfrm>
              <a:off x="324147" y="1788575"/>
              <a:ext cx="2128672" cy="369332"/>
            </a:xfrm>
            <a:prstGeom prst="rect">
              <a:avLst/>
            </a:prstGeom>
            <a:noFill/>
          </p:spPr>
          <p:txBody>
            <a:bodyPr wrap="square">
              <a:spAutoFit/>
            </a:bodyPr>
            <a:lstStyle/>
            <a:p>
              <a:r>
                <a:rPr lang="en-IN"/>
                <a:t>🔵 FOUNDATION</a:t>
              </a:r>
              <a:endParaRPr lang="en-IN" dirty="0"/>
            </a:p>
          </p:txBody>
        </p:sp>
        <p:sp>
          <p:nvSpPr>
            <p:cNvPr id="69" name="TextBox 68">
              <a:extLst>
                <a:ext uri="{FF2B5EF4-FFF2-40B4-BE49-F238E27FC236}">
                  <a16:creationId xmlns:a16="http://schemas.microsoft.com/office/drawing/2014/main" id="{08D84E77-A730-E051-0749-D67C93214477}"/>
                </a:ext>
              </a:extLst>
            </p:cNvPr>
            <p:cNvSpPr txBox="1"/>
            <p:nvPr/>
          </p:nvSpPr>
          <p:spPr>
            <a:xfrm>
              <a:off x="3444224" y="1788575"/>
              <a:ext cx="2323072" cy="369332"/>
            </a:xfrm>
            <a:prstGeom prst="rect">
              <a:avLst/>
            </a:prstGeom>
            <a:noFill/>
          </p:spPr>
          <p:txBody>
            <a:bodyPr wrap="none" rtlCol="0">
              <a:spAutoFit/>
            </a:bodyPr>
            <a:lstStyle/>
            <a:p>
              <a:r>
                <a:rPr lang="en-IN" dirty="0"/>
                <a:t>🧠 MEMORY ENGINE</a:t>
              </a:r>
            </a:p>
          </p:txBody>
        </p:sp>
        <p:sp>
          <p:nvSpPr>
            <p:cNvPr id="70" name="TextBox 69">
              <a:extLst>
                <a:ext uri="{FF2B5EF4-FFF2-40B4-BE49-F238E27FC236}">
                  <a16:creationId xmlns:a16="http://schemas.microsoft.com/office/drawing/2014/main" id="{4161914A-5435-8F05-046F-615205167409}"/>
                </a:ext>
              </a:extLst>
            </p:cNvPr>
            <p:cNvSpPr txBox="1"/>
            <p:nvPr/>
          </p:nvSpPr>
          <p:spPr>
            <a:xfrm>
              <a:off x="6546236" y="1788575"/>
              <a:ext cx="2171620" cy="369332"/>
            </a:xfrm>
            <a:prstGeom prst="rect">
              <a:avLst/>
            </a:prstGeom>
            <a:noFill/>
          </p:spPr>
          <p:txBody>
            <a:bodyPr wrap="none" rtlCol="0">
              <a:spAutoFit/>
            </a:bodyPr>
            <a:lstStyle/>
            <a:p>
              <a:r>
                <a:rPr lang="en-IN" dirty="0"/>
                <a:t>👤 USER CONTROL</a:t>
              </a:r>
            </a:p>
          </p:txBody>
        </p:sp>
        <p:sp>
          <p:nvSpPr>
            <p:cNvPr id="71" name="TextBox 70">
              <a:extLst>
                <a:ext uri="{FF2B5EF4-FFF2-40B4-BE49-F238E27FC236}">
                  <a16:creationId xmlns:a16="http://schemas.microsoft.com/office/drawing/2014/main" id="{3A1B8CE4-8D7B-F97D-0132-83CB66CCBC5C}"/>
                </a:ext>
              </a:extLst>
            </p:cNvPr>
            <p:cNvSpPr txBox="1"/>
            <p:nvPr/>
          </p:nvSpPr>
          <p:spPr>
            <a:xfrm>
              <a:off x="9525097" y="1784808"/>
              <a:ext cx="1937453" cy="369332"/>
            </a:xfrm>
            <a:prstGeom prst="rect">
              <a:avLst/>
            </a:prstGeom>
            <a:noFill/>
          </p:spPr>
          <p:txBody>
            <a:bodyPr wrap="none" rtlCol="0">
              <a:spAutoFit/>
            </a:bodyPr>
            <a:lstStyle/>
            <a:p>
              <a:r>
                <a:rPr lang="en-IN" dirty="0"/>
                <a:t>🚀 INTEGRATION</a:t>
              </a:r>
            </a:p>
          </p:txBody>
        </p:sp>
        <p:cxnSp>
          <p:nvCxnSpPr>
            <p:cNvPr id="74" name="Straight Arrow Connector 73">
              <a:extLst>
                <a:ext uri="{FF2B5EF4-FFF2-40B4-BE49-F238E27FC236}">
                  <a16:creationId xmlns:a16="http://schemas.microsoft.com/office/drawing/2014/main" id="{60A59C8A-4C45-834B-176E-3E7235F4528D}"/>
                </a:ext>
              </a:extLst>
            </p:cNvPr>
            <p:cNvCxnSpPr>
              <a:stCxn id="68" idx="3"/>
            </p:cNvCxnSpPr>
            <p:nvPr/>
          </p:nvCxnSpPr>
          <p:spPr>
            <a:xfrm>
              <a:off x="2452819" y="1973241"/>
              <a:ext cx="657967" cy="0"/>
            </a:xfrm>
            <a:prstGeom prst="straightConnector1">
              <a:avLst/>
            </a:prstGeom>
            <a:ln>
              <a:solidFill>
                <a:schemeClr val="accent3">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75" name="Straight Arrow Connector 74">
              <a:extLst>
                <a:ext uri="{FF2B5EF4-FFF2-40B4-BE49-F238E27FC236}">
                  <a16:creationId xmlns:a16="http://schemas.microsoft.com/office/drawing/2014/main" id="{8CC64A2A-A33E-8A76-4061-BA98A128B6A3}"/>
                </a:ext>
              </a:extLst>
            </p:cNvPr>
            <p:cNvCxnSpPr/>
            <p:nvPr/>
          </p:nvCxnSpPr>
          <p:spPr>
            <a:xfrm>
              <a:off x="8867130" y="1973241"/>
              <a:ext cx="657967" cy="0"/>
            </a:xfrm>
            <a:prstGeom prst="straightConnector1">
              <a:avLst/>
            </a:prstGeom>
            <a:ln>
              <a:solidFill>
                <a:schemeClr val="accent3">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76" name="Straight Arrow Connector 75">
              <a:extLst>
                <a:ext uri="{FF2B5EF4-FFF2-40B4-BE49-F238E27FC236}">
                  <a16:creationId xmlns:a16="http://schemas.microsoft.com/office/drawing/2014/main" id="{40E899CD-B376-FF48-0481-894417281EB9}"/>
                </a:ext>
              </a:extLst>
            </p:cNvPr>
            <p:cNvCxnSpPr/>
            <p:nvPr/>
          </p:nvCxnSpPr>
          <p:spPr>
            <a:xfrm>
              <a:off x="5848343" y="1973241"/>
              <a:ext cx="657967" cy="0"/>
            </a:xfrm>
            <a:prstGeom prst="straightConnector1">
              <a:avLst/>
            </a:prstGeom>
            <a:ln>
              <a:solidFill>
                <a:schemeClr val="accent3">
                  <a:lumMod val="50000"/>
                </a:schemeClr>
              </a:solidFill>
              <a:tailEnd type="triangle"/>
            </a:ln>
          </p:spPr>
          <p:style>
            <a:lnRef idx="2">
              <a:schemeClr val="accent1"/>
            </a:lnRef>
            <a:fillRef idx="0">
              <a:schemeClr val="accent1"/>
            </a:fillRef>
            <a:effectRef idx="1">
              <a:schemeClr val="accent1"/>
            </a:effectRef>
            <a:fontRef idx="minor">
              <a:schemeClr val="tx1"/>
            </a:fontRef>
          </p:style>
        </p:cxnSp>
      </p:grpSp>
      <p:grpSp>
        <p:nvGrpSpPr>
          <p:cNvPr id="85" name="Group 84">
            <a:extLst>
              <a:ext uri="{FF2B5EF4-FFF2-40B4-BE49-F238E27FC236}">
                <a16:creationId xmlns:a16="http://schemas.microsoft.com/office/drawing/2014/main" id="{03F1A259-D96E-0776-CC70-6B938F4BDA5E}"/>
              </a:ext>
            </a:extLst>
          </p:cNvPr>
          <p:cNvGrpSpPr/>
          <p:nvPr/>
        </p:nvGrpSpPr>
        <p:grpSpPr>
          <a:xfrm>
            <a:off x="0" y="1697673"/>
            <a:ext cx="12027158" cy="437783"/>
            <a:chOff x="170954" y="1697389"/>
            <a:chExt cx="12027158" cy="437783"/>
          </a:xfrm>
        </p:grpSpPr>
        <p:sp>
          <p:nvSpPr>
            <p:cNvPr id="78" name="TextBox 77">
              <a:extLst>
                <a:ext uri="{FF2B5EF4-FFF2-40B4-BE49-F238E27FC236}">
                  <a16:creationId xmlns:a16="http://schemas.microsoft.com/office/drawing/2014/main" id="{E782D757-B737-BE70-6472-DE931E7F69A2}"/>
                </a:ext>
              </a:extLst>
            </p:cNvPr>
            <p:cNvSpPr txBox="1"/>
            <p:nvPr/>
          </p:nvSpPr>
          <p:spPr>
            <a:xfrm>
              <a:off x="170954" y="1697389"/>
              <a:ext cx="2114361" cy="400110"/>
            </a:xfrm>
            <a:prstGeom prst="rect">
              <a:avLst/>
            </a:prstGeom>
            <a:noFill/>
          </p:spPr>
          <p:txBody>
            <a:bodyPr wrap="none" rtlCol="0">
              <a:spAutoFit/>
            </a:bodyPr>
            <a:lstStyle/>
            <a:p>
              <a:r>
                <a:rPr lang="en-IN" sz="2000" b="1" dirty="0">
                  <a:solidFill>
                    <a:schemeClr val="tx2"/>
                  </a:solidFill>
                </a:rPr>
                <a:t>“Build the Base”</a:t>
              </a:r>
            </a:p>
          </p:txBody>
        </p:sp>
        <p:cxnSp>
          <p:nvCxnSpPr>
            <p:cNvPr id="79" name="Straight Arrow Connector 78">
              <a:extLst>
                <a:ext uri="{FF2B5EF4-FFF2-40B4-BE49-F238E27FC236}">
                  <a16:creationId xmlns:a16="http://schemas.microsoft.com/office/drawing/2014/main" id="{C8DD4CFC-7EB5-DD9C-B6D8-7EC50BC7FCE5}"/>
                </a:ext>
              </a:extLst>
            </p:cNvPr>
            <p:cNvCxnSpPr/>
            <p:nvPr/>
          </p:nvCxnSpPr>
          <p:spPr>
            <a:xfrm>
              <a:off x="2311120" y="1900408"/>
              <a:ext cx="657967" cy="0"/>
            </a:xfrm>
            <a:prstGeom prst="straightConnector1">
              <a:avLst/>
            </a:prstGeom>
            <a:ln>
              <a:solidFill>
                <a:schemeClr val="accent1">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80" name="TextBox 79">
              <a:extLst>
                <a:ext uri="{FF2B5EF4-FFF2-40B4-BE49-F238E27FC236}">
                  <a16:creationId xmlns:a16="http://schemas.microsoft.com/office/drawing/2014/main" id="{C3C48578-830A-A3C0-FD19-2E95B8C3A277}"/>
                </a:ext>
              </a:extLst>
            </p:cNvPr>
            <p:cNvSpPr txBox="1"/>
            <p:nvPr/>
          </p:nvSpPr>
          <p:spPr>
            <a:xfrm>
              <a:off x="3087224" y="1728147"/>
              <a:ext cx="2190280" cy="400110"/>
            </a:xfrm>
            <a:prstGeom prst="rect">
              <a:avLst/>
            </a:prstGeom>
            <a:noFill/>
          </p:spPr>
          <p:txBody>
            <a:bodyPr wrap="none" rtlCol="0">
              <a:spAutoFit/>
            </a:bodyPr>
            <a:lstStyle/>
            <a:p>
              <a:r>
                <a:rPr lang="en-IN" sz="2000" b="1" dirty="0">
                  <a:solidFill>
                    <a:schemeClr val="tx2"/>
                  </a:solidFill>
                </a:rPr>
                <a:t>“Think &amp; Decide”</a:t>
              </a:r>
            </a:p>
          </p:txBody>
        </p:sp>
        <p:cxnSp>
          <p:nvCxnSpPr>
            <p:cNvPr id="81" name="Straight Arrow Connector 80">
              <a:extLst>
                <a:ext uri="{FF2B5EF4-FFF2-40B4-BE49-F238E27FC236}">
                  <a16:creationId xmlns:a16="http://schemas.microsoft.com/office/drawing/2014/main" id="{97C35866-ADB6-B365-7D8D-4EDAD7F4BA60}"/>
                </a:ext>
              </a:extLst>
            </p:cNvPr>
            <p:cNvCxnSpPr/>
            <p:nvPr/>
          </p:nvCxnSpPr>
          <p:spPr>
            <a:xfrm>
              <a:off x="5438033" y="1900408"/>
              <a:ext cx="657967" cy="0"/>
            </a:xfrm>
            <a:prstGeom prst="straightConnector1">
              <a:avLst/>
            </a:prstGeom>
            <a:ln>
              <a:solidFill>
                <a:schemeClr val="accent1">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82" name="TextBox 81">
              <a:extLst>
                <a:ext uri="{FF2B5EF4-FFF2-40B4-BE49-F238E27FC236}">
                  <a16:creationId xmlns:a16="http://schemas.microsoft.com/office/drawing/2014/main" id="{6AC5C445-3295-3B0A-5817-DEBB0D06184E}"/>
                </a:ext>
              </a:extLst>
            </p:cNvPr>
            <p:cNvSpPr txBox="1"/>
            <p:nvPr/>
          </p:nvSpPr>
          <p:spPr>
            <a:xfrm>
              <a:off x="6225584" y="1735062"/>
              <a:ext cx="2652073" cy="400110"/>
            </a:xfrm>
            <a:prstGeom prst="rect">
              <a:avLst/>
            </a:prstGeom>
            <a:noFill/>
          </p:spPr>
          <p:txBody>
            <a:bodyPr wrap="none" rtlCol="0">
              <a:spAutoFit/>
            </a:bodyPr>
            <a:lstStyle/>
            <a:p>
              <a:r>
                <a:rPr lang="en-IN" sz="2000" b="1" dirty="0">
                  <a:solidFill>
                    <a:schemeClr val="tx2"/>
                  </a:solidFill>
                </a:rPr>
                <a:t>“You Stay in Control”</a:t>
              </a:r>
            </a:p>
          </p:txBody>
        </p:sp>
        <p:cxnSp>
          <p:nvCxnSpPr>
            <p:cNvPr id="83" name="Straight Arrow Connector 82">
              <a:extLst>
                <a:ext uri="{FF2B5EF4-FFF2-40B4-BE49-F238E27FC236}">
                  <a16:creationId xmlns:a16="http://schemas.microsoft.com/office/drawing/2014/main" id="{5F5CDC39-5583-FF5B-1DF0-C53E20A39942}"/>
                </a:ext>
              </a:extLst>
            </p:cNvPr>
            <p:cNvCxnSpPr/>
            <p:nvPr/>
          </p:nvCxnSpPr>
          <p:spPr>
            <a:xfrm>
              <a:off x="9031677" y="1957600"/>
              <a:ext cx="657967" cy="0"/>
            </a:xfrm>
            <a:prstGeom prst="straightConnector1">
              <a:avLst/>
            </a:prstGeom>
            <a:ln>
              <a:solidFill>
                <a:schemeClr val="accent1">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84" name="TextBox 83">
              <a:extLst>
                <a:ext uri="{FF2B5EF4-FFF2-40B4-BE49-F238E27FC236}">
                  <a16:creationId xmlns:a16="http://schemas.microsoft.com/office/drawing/2014/main" id="{BB59C3F2-34F7-B5B5-4447-49BB9B4FE28F}"/>
                </a:ext>
              </a:extLst>
            </p:cNvPr>
            <p:cNvSpPr txBox="1"/>
            <p:nvPr/>
          </p:nvSpPr>
          <p:spPr>
            <a:xfrm>
              <a:off x="9642220" y="1710104"/>
              <a:ext cx="2555892" cy="400110"/>
            </a:xfrm>
            <a:prstGeom prst="rect">
              <a:avLst/>
            </a:prstGeom>
            <a:noFill/>
          </p:spPr>
          <p:txBody>
            <a:bodyPr wrap="none" rtlCol="0">
              <a:spAutoFit/>
            </a:bodyPr>
            <a:lstStyle/>
            <a:p>
              <a:r>
                <a:rPr lang="en-IN" sz="2000" b="1" dirty="0">
                  <a:solidFill>
                    <a:schemeClr val="tx2"/>
                  </a:solidFill>
                </a:rPr>
                <a:t>“Connect &amp; Deploy”</a:t>
              </a:r>
            </a:p>
          </p:txBody>
        </p:sp>
      </p:grpSp>
    </p:spTree>
    <p:extLst>
      <p:ext uri="{BB962C8B-B14F-4D97-AF65-F5344CB8AC3E}">
        <p14:creationId xmlns:p14="http://schemas.microsoft.com/office/powerpoint/2010/main" val="232065275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7BE0A-60A2-B978-7A76-601B6BA025F9}"/>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EFC338B-6EB6-ACED-5129-C2174BA2265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37301" y="243840"/>
            <a:ext cx="1790699" cy="488373"/>
          </a:xfrm>
          <a:prstGeom prst="rect">
            <a:avLst/>
          </a:prstGeom>
        </p:spPr>
      </p:pic>
      <p:sp>
        <p:nvSpPr>
          <p:cNvPr id="4" name="Title 3">
            <a:extLst>
              <a:ext uri="{FF2B5EF4-FFF2-40B4-BE49-F238E27FC236}">
                <a16:creationId xmlns:a16="http://schemas.microsoft.com/office/drawing/2014/main" id="{56A95FC3-D143-10B3-3B0C-9E81FC4C48C2}"/>
              </a:ext>
            </a:extLst>
          </p:cNvPr>
          <p:cNvSpPr>
            <a:spLocks noGrp="1"/>
          </p:cNvSpPr>
          <p:nvPr>
            <p:ph type="title"/>
          </p:nvPr>
        </p:nvSpPr>
        <p:spPr/>
        <p:txBody>
          <a:bodyPr/>
          <a:lstStyle/>
          <a:p>
            <a:r>
              <a:rPr lang="en-US" dirty="0"/>
              <a:t>Cost Estimate</a:t>
            </a:r>
            <a:endParaRPr lang="en-IN" dirty="0"/>
          </a:p>
        </p:txBody>
      </p:sp>
      <p:sp>
        <p:nvSpPr>
          <p:cNvPr id="5" name="Rectangle: Rounded Corners 4">
            <a:extLst>
              <a:ext uri="{FF2B5EF4-FFF2-40B4-BE49-F238E27FC236}">
                <a16:creationId xmlns:a16="http://schemas.microsoft.com/office/drawing/2014/main" id="{B81A936B-4C17-7A20-D410-EB7FB8386CE2}"/>
              </a:ext>
            </a:extLst>
          </p:cNvPr>
          <p:cNvSpPr/>
          <p:nvPr/>
        </p:nvSpPr>
        <p:spPr>
          <a:xfrm>
            <a:off x="463993" y="1229245"/>
            <a:ext cx="4293195" cy="2400977"/>
          </a:xfrm>
          <a:prstGeom prst="roundRect">
            <a:avLst/>
          </a:prstGeom>
          <a:ln w="38100"/>
        </p:spPr>
        <p:style>
          <a:lnRef idx="1">
            <a:schemeClr val="accent5"/>
          </a:lnRef>
          <a:fillRef idx="2">
            <a:schemeClr val="accent5"/>
          </a:fillRef>
          <a:effectRef idx="1">
            <a:schemeClr val="accent5"/>
          </a:effectRef>
          <a:fontRef idx="minor">
            <a:schemeClr val="dk1"/>
          </a:fontRef>
        </p:style>
        <p:txBody>
          <a:bodyPr rtlCol="0" anchor="ctr"/>
          <a:lstStyle/>
          <a:p>
            <a:pPr algn="ctr"/>
            <a:r>
              <a:rPr lang="en-IN" b="1" dirty="0"/>
              <a:t> Hardware</a:t>
            </a:r>
          </a:p>
          <a:p>
            <a:pPr algn="ctr"/>
            <a:endParaRPr lang="en-IN" b="1" dirty="0"/>
          </a:p>
          <a:p>
            <a:pPr marL="285750" lvl="0" indent="-285750">
              <a:buFont typeface="Arial" panose="020B0604020202020204" pitchFamily="34" charset="0"/>
              <a:buChar char="•"/>
            </a:pPr>
            <a:r>
              <a:rPr lang="en-IN" dirty="0"/>
              <a:t>Laptop / PC: ₹40,000 </a:t>
            </a:r>
          </a:p>
          <a:p>
            <a:pPr marL="285750" lvl="0" indent="-285750">
              <a:buFont typeface="Arial" panose="020B0604020202020204" pitchFamily="34" charset="0"/>
              <a:buChar char="•"/>
            </a:pPr>
            <a:r>
              <a:rPr lang="en-IN" dirty="0"/>
              <a:t>Cloud/Storage: ₹2,000 </a:t>
            </a:r>
          </a:p>
          <a:p>
            <a:pPr marL="285750" lvl="0" indent="-285750">
              <a:buFont typeface="Arial" panose="020B0604020202020204" pitchFamily="34" charset="0"/>
              <a:buChar char="•"/>
            </a:pPr>
            <a:r>
              <a:rPr lang="en-IN" dirty="0"/>
              <a:t>Network &amp; accessories: ₹1,000 </a:t>
            </a:r>
          </a:p>
          <a:p>
            <a:pPr marL="285750" lvl="0" indent="-285750">
              <a:buFont typeface="Arial" panose="020B0604020202020204" pitchFamily="34" charset="0"/>
              <a:buChar char="•"/>
            </a:pPr>
            <a:r>
              <a:rPr lang="en-IN" b="1" dirty="0"/>
              <a:t>Total: ₹43,000</a:t>
            </a:r>
            <a:endParaRPr lang="en-IN" dirty="0"/>
          </a:p>
          <a:p>
            <a:pPr algn="ctr"/>
            <a:endParaRPr lang="en-IN" dirty="0"/>
          </a:p>
        </p:txBody>
      </p:sp>
      <p:sp>
        <p:nvSpPr>
          <p:cNvPr id="7" name="Rectangle: Rounded Corners 6">
            <a:extLst>
              <a:ext uri="{FF2B5EF4-FFF2-40B4-BE49-F238E27FC236}">
                <a16:creationId xmlns:a16="http://schemas.microsoft.com/office/drawing/2014/main" id="{FB5FE3DE-75C1-722C-4D56-447D5D7142F6}"/>
              </a:ext>
            </a:extLst>
          </p:cNvPr>
          <p:cNvSpPr/>
          <p:nvPr/>
        </p:nvSpPr>
        <p:spPr>
          <a:xfrm>
            <a:off x="6956144" y="4213183"/>
            <a:ext cx="4293195" cy="2400977"/>
          </a:xfrm>
          <a:prstGeom prst="roundRect">
            <a:avLst/>
          </a:prstGeom>
          <a:ln w="38100">
            <a:solidFill>
              <a:schemeClr val="accent3">
                <a:lumMod val="75000"/>
              </a:schemeClr>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n-IN" b="1" dirty="0"/>
              <a:t>Maintenance</a:t>
            </a:r>
          </a:p>
          <a:p>
            <a:pPr marL="285750" lvl="0" indent="-285750">
              <a:buFont typeface="Arial" panose="020B0604020202020204" pitchFamily="34" charset="0"/>
              <a:buChar char="•"/>
            </a:pPr>
            <a:r>
              <a:rPr lang="en-IN" dirty="0"/>
              <a:t>Cloud/API usage: ₹2,000/year </a:t>
            </a:r>
          </a:p>
          <a:p>
            <a:pPr marL="285750" lvl="0" indent="-285750">
              <a:buFont typeface="Arial" panose="020B0604020202020204" pitchFamily="34" charset="0"/>
              <a:buChar char="•"/>
            </a:pPr>
            <a:r>
              <a:rPr lang="en-IN" dirty="0"/>
              <a:t>Updates &amp; improvements: ₹2,000/year </a:t>
            </a:r>
          </a:p>
          <a:p>
            <a:pPr marL="285750" lvl="0" indent="-285750">
              <a:buFont typeface="Arial" panose="020B0604020202020204" pitchFamily="34" charset="0"/>
              <a:buChar char="•"/>
            </a:pPr>
            <a:r>
              <a:rPr lang="en-IN" dirty="0"/>
              <a:t>Backup &amp; monitoring: ₹1,000/year </a:t>
            </a:r>
          </a:p>
          <a:p>
            <a:pPr marL="285750" lvl="0" indent="-285750">
              <a:buFont typeface="Arial" panose="020B0604020202020204" pitchFamily="34" charset="0"/>
              <a:buChar char="•"/>
            </a:pPr>
            <a:r>
              <a:rPr lang="en-IN" b="1" dirty="0"/>
              <a:t>Total: ₹5,000/year</a:t>
            </a:r>
            <a:endParaRPr lang="en-IN" dirty="0"/>
          </a:p>
          <a:p>
            <a:pPr algn="ctr"/>
            <a:endParaRPr lang="en-IN" dirty="0"/>
          </a:p>
        </p:txBody>
      </p:sp>
      <p:sp>
        <p:nvSpPr>
          <p:cNvPr id="10" name="Rectangle: Rounded Corners 9">
            <a:extLst>
              <a:ext uri="{FF2B5EF4-FFF2-40B4-BE49-F238E27FC236}">
                <a16:creationId xmlns:a16="http://schemas.microsoft.com/office/drawing/2014/main" id="{7E1221B1-2FD4-D75F-FE49-4E7B28E3CF26}"/>
              </a:ext>
            </a:extLst>
          </p:cNvPr>
          <p:cNvSpPr/>
          <p:nvPr/>
        </p:nvSpPr>
        <p:spPr>
          <a:xfrm>
            <a:off x="463998" y="4085863"/>
            <a:ext cx="4293195" cy="2528297"/>
          </a:xfrm>
          <a:prstGeom prst="roundRect">
            <a:avLst/>
          </a:prstGeom>
          <a:ln w="38100">
            <a:solidFill>
              <a:schemeClr val="tx2">
                <a:lumMod val="75000"/>
                <a:lumOff val="25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IN" b="1" dirty="0"/>
              <a:t>Development</a:t>
            </a:r>
          </a:p>
          <a:p>
            <a:pPr marL="285750" lvl="0" indent="-285750">
              <a:buFont typeface="Arial" panose="020B0604020202020204" pitchFamily="34" charset="0"/>
              <a:buChar char="•"/>
            </a:pPr>
            <a:r>
              <a:rPr lang="en-IN" dirty="0"/>
              <a:t>Data collection &amp; preprocessing: ₹2,000 </a:t>
            </a:r>
          </a:p>
          <a:p>
            <a:pPr marL="285750" lvl="0" indent="-285750">
              <a:buFont typeface="Arial" panose="020B0604020202020204" pitchFamily="34" charset="0"/>
              <a:buChar char="•"/>
            </a:pPr>
            <a:r>
              <a:rPr lang="en-IN" dirty="0"/>
              <a:t>Memory-management module: ₹3,000 </a:t>
            </a:r>
          </a:p>
          <a:p>
            <a:pPr marL="285750" lvl="0" indent="-285750">
              <a:buFont typeface="Arial" panose="020B0604020202020204" pitchFamily="34" charset="0"/>
              <a:buChar char="•"/>
            </a:pPr>
            <a:r>
              <a:rPr lang="en-IN" dirty="0"/>
              <a:t>Testing &amp; debugging: ₹2,000 </a:t>
            </a:r>
          </a:p>
          <a:p>
            <a:pPr marL="285750" lvl="0" indent="-285750">
              <a:buFont typeface="Arial" panose="020B0604020202020204" pitchFamily="34" charset="0"/>
              <a:buChar char="•"/>
            </a:pPr>
            <a:r>
              <a:rPr lang="en-IN" b="1" dirty="0"/>
              <a:t>Total: ₹7,000</a:t>
            </a:r>
            <a:endParaRPr lang="en-IN" dirty="0"/>
          </a:p>
          <a:p>
            <a:pPr algn="ctr"/>
            <a:endParaRPr lang="en-IN" dirty="0"/>
          </a:p>
        </p:txBody>
      </p:sp>
      <p:sp>
        <p:nvSpPr>
          <p:cNvPr id="12" name="Rectangle: Rounded Corners 11">
            <a:extLst>
              <a:ext uri="{FF2B5EF4-FFF2-40B4-BE49-F238E27FC236}">
                <a16:creationId xmlns:a16="http://schemas.microsoft.com/office/drawing/2014/main" id="{901B4744-AA27-C634-A6A3-5143E9274D04}"/>
              </a:ext>
            </a:extLst>
          </p:cNvPr>
          <p:cNvSpPr/>
          <p:nvPr/>
        </p:nvSpPr>
        <p:spPr>
          <a:xfrm>
            <a:off x="6956144" y="1229246"/>
            <a:ext cx="4293195" cy="2400977"/>
          </a:xfrm>
          <a:prstGeom prst="roundRect">
            <a:avLst/>
          </a:prstGeom>
          <a:ln w="38100"/>
        </p:spPr>
        <p:style>
          <a:lnRef idx="1">
            <a:schemeClr val="accent2"/>
          </a:lnRef>
          <a:fillRef idx="2">
            <a:schemeClr val="accent2"/>
          </a:fillRef>
          <a:effectRef idx="1">
            <a:schemeClr val="accent2"/>
          </a:effectRef>
          <a:fontRef idx="minor">
            <a:schemeClr val="dk1"/>
          </a:fontRef>
        </p:style>
        <p:txBody>
          <a:bodyPr rtlCol="0" anchor="ctr"/>
          <a:lstStyle/>
          <a:p>
            <a:pPr algn="ctr"/>
            <a:r>
              <a:rPr lang="en-IN" b="1" dirty="0"/>
              <a:t> Software</a:t>
            </a:r>
          </a:p>
          <a:p>
            <a:endParaRPr lang="en-IN" b="1" dirty="0"/>
          </a:p>
          <a:p>
            <a:pPr marL="285750" lvl="0" indent="-285750">
              <a:buFont typeface="Arial" panose="020B0604020202020204" pitchFamily="34" charset="0"/>
              <a:buChar char="•"/>
            </a:pPr>
            <a:r>
              <a:rPr lang="en-IN" dirty="0"/>
              <a:t>Python: Free </a:t>
            </a:r>
          </a:p>
          <a:p>
            <a:pPr marL="285750" lvl="0" indent="-285750">
              <a:buFont typeface="Arial" panose="020B0604020202020204" pitchFamily="34" charset="0"/>
              <a:buChar char="•"/>
            </a:pPr>
            <a:r>
              <a:rPr lang="en-IN" dirty="0"/>
              <a:t>AI/LLM APIs: ₹3,000 </a:t>
            </a:r>
          </a:p>
          <a:p>
            <a:pPr marL="285750" lvl="0" indent="-285750">
              <a:buFont typeface="Arial" panose="020B0604020202020204" pitchFamily="34" charset="0"/>
              <a:buChar char="•"/>
            </a:pPr>
            <a:r>
              <a:rPr lang="en-IN" dirty="0"/>
              <a:t>Database &amp; development tools: ₹1,000 </a:t>
            </a:r>
          </a:p>
          <a:p>
            <a:pPr marL="285750" lvl="0" indent="-285750">
              <a:buFont typeface="Arial" panose="020B0604020202020204" pitchFamily="34" charset="0"/>
              <a:buChar char="•"/>
            </a:pPr>
            <a:r>
              <a:rPr lang="en-IN" b="1" dirty="0"/>
              <a:t>Total: ₹4,000</a:t>
            </a:r>
            <a:endParaRPr lang="en-IN" dirty="0"/>
          </a:p>
          <a:p>
            <a:pPr algn="ctr"/>
            <a:endParaRPr lang="en-IN" dirty="0"/>
          </a:p>
        </p:txBody>
      </p:sp>
      <p:grpSp>
        <p:nvGrpSpPr>
          <p:cNvPr id="17" name="Group 16">
            <a:extLst>
              <a:ext uri="{FF2B5EF4-FFF2-40B4-BE49-F238E27FC236}">
                <a16:creationId xmlns:a16="http://schemas.microsoft.com/office/drawing/2014/main" id="{A937DDA2-81E2-11CD-C2CE-64A5B29BDE6B}"/>
              </a:ext>
            </a:extLst>
          </p:cNvPr>
          <p:cNvGrpSpPr/>
          <p:nvPr/>
        </p:nvGrpSpPr>
        <p:grpSpPr>
          <a:xfrm>
            <a:off x="4757190" y="2691621"/>
            <a:ext cx="2198952" cy="2225764"/>
            <a:chOff x="4757190" y="2691621"/>
            <a:chExt cx="2198952" cy="2225764"/>
          </a:xfrm>
        </p:grpSpPr>
        <p:sp>
          <p:nvSpPr>
            <p:cNvPr id="13" name="Rectangle: Rounded Corners 12">
              <a:extLst>
                <a:ext uri="{FF2B5EF4-FFF2-40B4-BE49-F238E27FC236}">
                  <a16:creationId xmlns:a16="http://schemas.microsoft.com/office/drawing/2014/main" id="{27E7E1D5-B944-A436-5509-E4F921489020}"/>
                </a:ext>
              </a:extLst>
            </p:cNvPr>
            <p:cNvSpPr/>
            <p:nvPr/>
          </p:nvSpPr>
          <p:spPr>
            <a:xfrm>
              <a:off x="4757192" y="2691621"/>
              <a:ext cx="2198950" cy="2225764"/>
            </a:xfrm>
            <a:prstGeom prst="roundRect">
              <a:avLst/>
            </a:prstGeom>
            <a:solidFill>
              <a:schemeClr val="accent5">
                <a:alpha val="50000"/>
              </a:schemeClr>
            </a:solidFill>
            <a:ln w="38100">
              <a:solidFill>
                <a:srgbClr val="7030A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sz="2000" dirty="0"/>
            </a:p>
          </p:txBody>
        </p:sp>
        <p:sp>
          <p:nvSpPr>
            <p:cNvPr id="16" name="TextBox 15">
              <a:extLst>
                <a:ext uri="{FF2B5EF4-FFF2-40B4-BE49-F238E27FC236}">
                  <a16:creationId xmlns:a16="http://schemas.microsoft.com/office/drawing/2014/main" id="{9AEAAC96-0D19-B720-3BB2-A9CA9A3FB9FA}"/>
                </a:ext>
              </a:extLst>
            </p:cNvPr>
            <p:cNvSpPr txBox="1"/>
            <p:nvPr/>
          </p:nvSpPr>
          <p:spPr>
            <a:xfrm>
              <a:off x="4757190" y="3342838"/>
              <a:ext cx="2198950" cy="923330"/>
            </a:xfrm>
            <a:prstGeom prst="rect">
              <a:avLst/>
            </a:prstGeom>
            <a:noFill/>
          </p:spPr>
          <p:txBody>
            <a:bodyPr wrap="square" rtlCol="0">
              <a:spAutoFit/>
            </a:bodyPr>
            <a:lstStyle/>
            <a:p>
              <a:pPr algn="ctr"/>
              <a:r>
                <a:rPr lang="en-IN">
                  <a:solidFill>
                    <a:schemeClr val="bg1"/>
                  </a:solidFill>
                </a:rPr>
                <a:t>Estimated</a:t>
              </a:r>
              <a:r>
                <a:rPr lang="en-IN"/>
                <a:t> </a:t>
              </a:r>
              <a:r>
                <a:rPr lang="en-IN">
                  <a:solidFill>
                    <a:schemeClr val="bg1"/>
                  </a:solidFill>
                </a:rPr>
                <a:t>Initial</a:t>
              </a:r>
              <a:r>
                <a:rPr lang="en-IN"/>
                <a:t> </a:t>
              </a:r>
              <a:r>
                <a:rPr lang="en-IN">
                  <a:solidFill>
                    <a:schemeClr val="bg1"/>
                  </a:solidFill>
                </a:rPr>
                <a:t>Cost:     </a:t>
              </a:r>
            </a:p>
            <a:p>
              <a:pPr algn="ctr"/>
              <a:r>
                <a:rPr lang="en-IN">
                  <a:solidFill>
                    <a:schemeClr val="bg1"/>
                  </a:solidFill>
                </a:rPr>
                <a:t> ₹54,000</a:t>
              </a:r>
              <a:endParaRPr lang="en-IN" dirty="0">
                <a:solidFill>
                  <a:schemeClr val="bg1"/>
                </a:solidFill>
              </a:endParaRPr>
            </a:p>
          </p:txBody>
        </p:sp>
      </p:grpSp>
    </p:spTree>
    <p:extLst>
      <p:ext uri="{BB962C8B-B14F-4D97-AF65-F5344CB8AC3E}">
        <p14:creationId xmlns:p14="http://schemas.microsoft.com/office/powerpoint/2010/main" val="208215185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heel(4)">
                                      <p:cBhvr>
                                        <p:cTn id="7" dur="20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9"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0-#ppt_w/2"/>
                                          </p:val>
                                        </p:tav>
                                        <p:tav tm="100000">
                                          <p:val>
                                            <p:strVal val="#ppt_x"/>
                                          </p:val>
                                        </p:tav>
                                      </p:tavLst>
                                    </p:anim>
                                    <p:anim calcmode="lin" valueType="num">
                                      <p:cBhvr additive="base">
                                        <p:cTn id="13" dur="500" fill="hold"/>
                                        <p:tgtEl>
                                          <p:spTgt spid="5"/>
                                        </p:tgtEl>
                                        <p:attrNameLst>
                                          <p:attrName>ppt_y</p:attrName>
                                        </p:attrNameLst>
                                      </p:cBhvr>
                                      <p:tavLst>
                                        <p:tav tm="0">
                                          <p:val>
                                            <p:strVal val="0-#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3"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 calcmode="lin" valueType="num">
                                      <p:cBhvr additive="base">
                                        <p:cTn id="18" dur="500" fill="hold"/>
                                        <p:tgtEl>
                                          <p:spTgt spid="12"/>
                                        </p:tgtEl>
                                        <p:attrNameLst>
                                          <p:attrName>ppt_x</p:attrName>
                                        </p:attrNameLst>
                                      </p:cBhvr>
                                      <p:tavLst>
                                        <p:tav tm="0">
                                          <p:val>
                                            <p:strVal val="1+#ppt_w/2"/>
                                          </p:val>
                                        </p:tav>
                                        <p:tav tm="100000">
                                          <p:val>
                                            <p:strVal val="#ppt_x"/>
                                          </p:val>
                                        </p:tav>
                                      </p:tavLst>
                                    </p:anim>
                                    <p:anim calcmode="lin" valueType="num">
                                      <p:cBhvr additive="base">
                                        <p:cTn id="19" dur="500" fill="hold"/>
                                        <p:tgtEl>
                                          <p:spTgt spid="12"/>
                                        </p:tgtEl>
                                        <p:attrNameLst>
                                          <p:attrName>ppt_y</p:attrName>
                                        </p:attrNameLst>
                                      </p:cBhvr>
                                      <p:tavLst>
                                        <p:tav tm="0">
                                          <p:val>
                                            <p:strVal val="0-#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12"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additive="base">
                                        <p:cTn id="24" dur="500" fill="hold"/>
                                        <p:tgtEl>
                                          <p:spTgt spid="10"/>
                                        </p:tgtEl>
                                        <p:attrNameLst>
                                          <p:attrName>ppt_x</p:attrName>
                                        </p:attrNameLst>
                                      </p:cBhvr>
                                      <p:tavLst>
                                        <p:tav tm="0">
                                          <p:val>
                                            <p:strVal val="0-#ppt_w/2"/>
                                          </p:val>
                                        </p:tav>
                                        <p:tav tm="100000">
                                          <p:val>
                                            <p:strVal val="#ppt_x"/>
                                          </p:val>
                                        </p:tav>
                                      </p:tavLst>
                                    </p:anim>
                                    <p:anim calcmode="lin" valueType="num">
                                      <p:cBhvr additive="base">
                                        <p:cTn id="25"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6"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 calcmode="lin" valueType="num">
                                      <p:cBhvr additive="base">
                                        <p:cTn id="30" dur="500" fill="hold"/>
                                        <p:tgtEl>
                                          <p:spTgt spid="7"/>
                                        </p:tgtEl>
                                        <p:attrNameLst>
                                          <p:attrName>ppt_x</p:attrName>
                                        </p:attrNameLst>
                                      </p:cBhvr>
                                      <p:tavLst>
                                        <p:tav tm="0">
                                          <p:val>
                                            <p:strVal val="1+#ppt_w/2"/>
                                          </p:val>
                                        </p:tav>
                                        <p:tav tm="100000">
                                          <p:val>
                                            <p:strVal val="#ppt_x"/>
                                          </p:val>
                                        </p:tav>
                                      </p:tavLst>
                                    </p:anim>
                                    <p:anim calcmode="lin" valueType="num">
                                      <p:cBhvr additive="base">
                                        <p:cTn id="31"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10" grpId="0" animBg="1"/>
      <p:bldP spid="1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68364-2BFA-8236-FDE8-FAE818CEADE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836BEA8-AF02-5969-E447-062DAF38C8F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37301" y="243840"/>
            <a:ext cx="1790699" cy="488373"/>
          </a:xfrm>
          <a:prstGeom prst="rect">
            <a:avLst/>
          </a:prstGeom>
        </p:spPr>
      </p:pic>
      <p:sp>
        <p:nvSpPr>
          <p:cNvPr id="40" name="Title 8">
            <a:extLst>
              <a:ext uri="{FF2B5EF4-FFF2-40B4-BE49-F238E27FC236}">
                <a16:creationId xmlns:a16="http://schemas.microsoft.com/office/drawing/2014/main" id="{C1FCFDD7-845B-2E0C-C71B-DC0BAE517575}"/>
              </a:ext>
            </a:extLst>
          </p:cNvPr>
          <p:cNvSpPr>
            <a:spLocks noGrp="1"/>
          </p:cNvSpPr>
          <p:nvPr>
            <p:ph type="title"/>
          </p:nvPr>
        </p:nvSpPr>
        <p:spPr>
          <a:xfrm>
            <a:off x="135728" y="109788"/>
            <a:ext cx="11270800" cy="546360"/>
          </a:xfrm>
        </p:spPr>
        <p:txBody>
          <a:bodyPr/>
          <a:lstStyle/>
          <a:p>
            <a:r>
              <a:rPr lang="en-US" dirty="0"/>
              <a:t>Validation / Testing / Analysis</a:t>
            </a:r>
          </a:p>
        </p:txBody>
      </p:sp>
      <p:grpSp>
        <p:nvGrpSpPr>
          <p:cNvPr id="88" name="Group 87">
            <a:extLst>
              <a:ext uri="{FF2B5EF4-FFF2-40B4-BE49-F238E27FC236}">
                <a16:creationId xmlns:a16="http://schemas.microsoft.com/office/drawing/2014/main" id="{A00F2741-B57D-1F40-4DB1-C38A38B44006}"/>
              </a:ext>
            </a:extLst>
          </p:cNvPr>
          <p:cNvGrpSpPr/>
          <p:nvPr/>
        </p:nvGrpSpPr>
        <p:grpSpPr>
          <a:xfrm>
            <a:off x="-1004602" y="828684"/>
            <a:ext cx="3912473" cy="6067800"/>
            <a:chOff x="9069445" y="873391"/>
            <a:chExt cx="3856569" cy="6109917"/>
          </a:xfrm>
        </p:grpSpPr>
        <p:grpSp>
          <p:nvGrpSpPr>
            <p:cNvPr id="56" name="Group 55">
              <a:extLst>
                <a:ext uri="{FF2B5EF4-FFF2-40B4-BE49-F238E27FC236}">
                  <a16:creationId xmlns:a16="http://schemas.microsoft.com/office/drawing/2014/main" id="{674A13CE-BE92-CE78-A022-6EE0C986D219}"/>
                </a:ext>
              </a:extLst>
            </p:cNvPr>
            <p:cNvGrpSpPr/>
            <p:nvPr/>
          </p:nvGrpSpPr>
          <p:grpSpPr>
            <a:xfrm>
              <a:off x="9069445" y="873391"/>
              <a:ext cx="3115788" cy="6109917"/>
              <a:chOff x="9132437" y="887461"/>
              <a:chExt cx="3042631" cy="6109917"/>
            </a:xfrm>
          </p:grpSpPr>
          <p:grpSp>
            <p:nvGrpSpPr>
              <p:cNvPr id="57" name="Group 56">
                <a:extLst>
                  <a:ext uri="{FF2B5EF4-FFF2-40B4-BE49-F238E27FC236}">
                    <a16:creationId xmlns:a16="http://schemas.microsoft.com/office/drawing/2014/main" id="{53713EA5-3C4A-E345-73A3-BC1D07FB8A84}"/>
                  </a:ext>
                </a:extLst>
              </p:cNvPr>
              <p:cNvGrpSpPr/>
              <p:nvPr/>
            </p:nvGrpSpPr>
            <p:grpSpPr>
              <a:xfrm>
                <a:off x="9132437" y="887461"/>
                <a:ext cx="3042631" cy="6067800"/>
                <a:chOff x="9083239" y="790200"/>
                <a:chExt cx="3042631" cy="6067800"/>
              </a:xfrm>
            </p:grpSpPr>
            <p:sp>
              <p:nvSpPr>
                <p:cNvPr id="60" name="Rectangle 59">
                  <a:extLst>
                    <a:ext uri="{FF2B5EF4-FFF2-40B4-BE49-F238E27FC236}">
                      <a16:creationId xmlns:a16="http://schemas.microsoft.com/office/drawing/2014/main" id="{FE5082FD-5C2C-3EDB-7202-D76E1A0BDA7E}"/>
                    </a:ext>
                  </a:extLst>
                </p:cNvPr>
                <p:cNvSpPr/>
                <p:nvPr/>
              </p:nvSpPr>
              <p:spPr>
                <a:xfrm>
                  <a:off x="9083239" y="790200"/>
                  <a:ext cx="3042631" cy="60678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2" name="TextBox 61">
                  <a:extLst>
                    <a:ext uri="{FF2B5EF4-FFF2-40B4-BE49-F238E27FC236}">
                      <a16:creationId xmlns:a16="http://schemas.microsoft.com/office/drawing/2014/main" id="{05628F99-C98F-1811-89BF-E7FE0B08D638}"/>
                    </a:ext>
                  </a:extLst>
                </p:cNvPr>
                <p:cNvSpPr txBox="1"/>
                <p:nvPr/>
              </p:nvSpPr>
              <p:spPr>
                <a:xfrm>
                  <a:off x="10112669" y="1483489"/>
                  <a:ext cx="1249053" cy="1862048"/>
                </a:xfrm>
                <a:prstGeom prst="rect">
                  <a:avLst/>
                </a:prstGeom>
                <a:noFill/>
              </p:spPr>
              <p:txBody>
                <a:bodyPr wrap="square" rtlCol="0">
                  <a:spAutoFit/>
                </a:bodyPr>
                <a:lstStyle/>
                <a:p>
                  <a:r>
                    <a:rPr lang="en-US" sz="11500" b="1" dirty="0"/>
                    <a:t>D</a:t>
                  </a:r>
                  <a:endParaRPr lang="en-IN" sz="11500" b="1" dirty="0"/>
                </a:p>
              </p:txBody>
            </p:sp>
          </p:grpSp>
          <p:sp>
            <p:nvSpPr>
              <p:cNvPr id="58" name="TextBox 57">
                <a:extLst>
                  <a:ext uri="{FF2B5EF4-FFF2-40B4-BE49-F238E27FC236}">
                    <a16:creationId xmlns:a16="http://schemas.microsoft.com/office/drawing/2014/main" id="{C8E539EF-C8E8-9163-F923-182A9303CB83}"/>
                  </a:ext>
                </a:extLst>
              </p:cNvPr>
              <p:cNvSpPr txBox="1"/>
              <p:nvPr/>
            </p:nvSpPr>
            <p:spPr>
              <a:xfrm>
                <a:off x="10015904" y="3368212"/>
                <a:ext cx="1902242" cy="461665"/>
              </a:xfrm>
              <a:prstGeom prst="rect">
                <a:avLst/>
              </a:prstGeom>
              <a:noFill/>
            </p:spPr>
            <p:txBody>
              <a:bodyPr wrap="square" rtlCol="0">
                <a:spAutoFit/>
              </a:bodyPr>
              <a:lstStyle/>
              <a:p>
                <a:r>
                  <a:rPr lang="en-US" sz="2400" b="1" dirty="0"/>
                  <a:t>RESULT</a:t>
                </a:r>
                <a:endParaRPr lang="en-IN" sz="2400" b="1" dirty="0"/>
              </a:p>
            </p:txBody>
          </p:sp>
          <p:sp>
            <p:nvSpPr>
              <p:cNvPr id="59" name="TextBox 58">
                <a:extLst>
                  <a:ext uri="{FF2B5EF4-FFF2-40B4-BE49-F238E27FC236}">
                    <a16:creationId xmlns:a16="http://schemas.microsoft.com/office/drawing/2014/main" id="{D44EA20B-4FF3-1F09-4879-DBA1CEE1C75B}"/>
                  </a:ext>
                </a:extLst>
              </p:cNvPr>
              <p:cNvSpPr txBox="1"/>
              <p:nvPr/>
            </p:nvSpPr>
            <p:spPr>
              <a:xfrm>
                <a:off x="9277188" y="4135056"/>
                <a:ext cx="2566808" cy="2862322"/>
              </a:xfrm>
              <a:prstGeom prst="rect">
                <a:avLst/>
              </a:prstGeom>
              <a:noFill/>
            </p:spPr>
            <p:txBody>
              <a:bodyPr wrap="square" rtlCol="0">
                <a:spAutoFit/>
              </a:bodyPr>
              <a:lstStyle/>
              <a:p>
                <a:pPr marL="285750" lvl="0" indent="-285750">
                  <a:buFont typeface="Wingdings" panose="05000000000000000000" pitchFamily="2" charset="2"/>
                  <a:buChar char="§"/>
                </a:pPr>
                <a:r>
                  <a:rPr lang="en-IN" dirty="0"/>
                  <a:t>Reduced unnecessary memory </a:t>
                </a:r>
              </a:p>
              <a:p>
                <a:pPr marL="285750" lvl="0" indent="-285750">
                  <a:buFont typeface="Wingdings" panose="05000000000000000000" pitchFamily="2" charset="2"/>
                  <a:buChar char="§"/>
                </a:pPr>
                <a:r>
                  <a:rPr lang="en-IN" dirty="0"/>
                  <a:t>Faster context retrieval </a:t>
                </a:r>
              </a:p>
              <a:p>
                <a:pPr marL="285750" lvl="0" indent="-285750">
                  <a:buFont typeface="Wingdings" panose="05000000000000000000" pitchFamily="2" charset="2"/>
                  <a:buChar char="§"/>
                </a:pPr>
                <a:r>
                  <a:rPr lang="en-IN" dirty="0"/>
                  <a:t>Better information consistency </a:t>
                </a:r>
              </a:p>
              <a:p>
                <a:pPr marL="285750" lvl="0" indent="-285750">
                  <a:buFont typeface="Wingdings" panose="05000000000000000000" pitchFamily="2" charset="2"/>
                  <a:buChar char="§"/>
                </a:pPr>
                <a:r>
                  <a:rPr lang="en-IN" dirty="0"/>
                  <a:t>Transparent &amp; user-controlled memory</a:t>
                </a:r>
              </a:p>
              <a:p>
                <a:pPr marL="285750" indent="-285750">
                  <a:buFont typeface="Wingdings" panose="05000000000000000000" pitchFamily="2" charset="2"/>
                  <a:buChar char="§"/>
                </a:pPr>
                <a:endParaRPr lang="en-IN" dirty="0"/>
              </a:p>
            </p:txBody>
          </p:sp>
        </p:grpSp>
        <p:sp>
          <p:nvSpPr>
            <p:cNvPr id="87" name="Isosceles Triangle 86">
              <a:extLst>
                <a:ext uri="{FF2B5EF4-FFF2-40B4-BE49-F238E27FC236}">
                  <a16:creationId xmlns:a16="http://schemas.microsoft.com/office/drawing/2014/main" id="{CF3D4D74-38D6-9318-950F-F0729DBA5A88}"/>
                </a:ext>
              </a:extLst>
            </p:cNvPr>
            <p:cNvSpPr/>
            <p:nvPr/>
          </p:nvSpPr>
          <p:spPr>
            <a:xfrm rot="5400000">
              <a:off x="11305558" y="2002130"/>
              <a:ext cx="2500131" cy="740781"/>
            </a:xfrm>
            <a:prstGeom prst="triangle">
              <a:avLst>
                <a:gd name="adj" fmla="val 46505"/>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89" name="Group 88">
            <a:extLst>
              <a:ext uri="{FF2B5EF4-FFF2-40B4-BE49-F238E27FC236}">
                <a16:creationId xmlns:a16="http://schemas.microsoft.com/office/drawing/2014/main" id="{113DA563-0C55-19F1-BC60-C944FEA80BA2}"/>
              </a:ext>
            </a:extLst>
          </p:cNvPr>
          <p:cNvGrpSpPr/>
          <p:nvPr/>
        </p:nvGrpSpPr>
        <p:grpSpPr>
          <a:xfrm>
            <a:off x="-1411912" y="790499"/>
            <a:ext cx="3776067" cy="6067800"/>
            <a:chOff x="5980070" y="790200"/>
            <a:chExt cx="3776067" cy="6067800"/>
          </a:xfrm>
        </p:grpSpPr>
        <p:grpSp>
          <p:nvGrpSpPr>
            <p:cNvPr id="90" name="Group 89">
              <a:extLst>
                <a:ext uri="{FF2B5EF4-FFF2-40B4-BE49-F238E27FC236}">
                  <a16:creationId xmlns:a16="http://schemas.microsoft.com/office/drawing/2014/main" id="{F5B6A1A8-6EE7-77C4-B381-CC5413B44842}"/>
                </a:ext>
              </a:extLst>
            </p:cNvPr>
            <p:cNvGrpSpPr/>
            <p:nvPr/>
          </p:nvGrpSpPr>
          <p:grpSpPr>
            <a:xfrm>
              <a:off x="5980070" y="790200"/>
              <a:ext cx="3776067" cy="6067800"/>
              <a:chOff x="5994919" y="732213"/>
              <a:chExt cx="3776067" cy="6067800"/>
            </a:xfrm>
          </p:grpSpPr>
          <p:sp>
            <p:nvSpPr>
              <p:cNvPr id="93" name="Rectangle 92">
                <a:extLst>
                  <a:ext uri="{FF2B5EF4-FFF2-40B4-BE49-F238E27FC236}">
                    <a16:creationId xmlns:a16="http://schemas.microsoft.com/office/drawing/2014/main" id="{01EAD644-5AA5-F645-9F7A-B5D578E03A3E}"/>
                  </a:ext>
                </a:extLst>
              </p:cNvPr>
              <p:cNvSpPr/>
              <p:nvPr/>
            </p:nvSpPr>
            <p:spPr>
              <a:xfrm>
                <a:off x="5994919" y="732213"/>
                <a:ext cx="3080794" cy="6067800"/>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4" name="Isosceles Triangle 93">
                <a:extLst>
                  <a:ext uri="{FF2B5EF4-FFF2-40B4-BE49-F238E27FC236}">
                    <a16:creationId xmlns:a16="http://schemas.microsoft.com/office/drawing/2014/main" id="{9D60C652-840B-4F21-7783-8C658F639ED3}"/>
                  </a:ext>
                </a:extLst>
              </p:cNvPr>
              <p:cNvSpPr/>
              <p:nvPr/>
            </p:nvSpPr>
            <p:spPr>
              <a:xfrm rot="5400000">
                <a:off x="8150530" y="1894252"/>
                <a:ext cx="2500131" cy="740781"/>
              </a:xfrm>
              <a:prstGeom prst="triangle">
                <a:avLst>
                  <a:gd name="adj" fmla="val 46505"/>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5" name="TextBox 94">
                <a:extLst>
                  <a:ext uri="{FF2B5EF4-FFF2-40B4-BE49-F238E27FC236}">
                    <a16:creationId xmlns:a16="http://schemas.microsoft.com/office/drawing/2014/main" id="{F1F44ED0-A460-223A-F9BF-AB7E66403D4F}"/>
                  </a:ext>
                </a:extLst>
              </p:cNvPr>
              <p:cNvSpPr txBox="1"/>
              <p:nvPr/>
            </p:nvSpPr>
            <p:spPr>
              <a:xfrm>
                <a:off x="7065335" y="1376335"/>
                <a:ext cx="1249053" cy="1862048"/>
              </a:xfrm>
              <a:prstGeom prst="rect">
                <a:avLst/>
              </a:prstGeom>
              <a:noFill/>
            </p:spPr>
            <p:txBody>
              <a:bodyPr wrap="square" rtlCol="0">
                <a:spAutoFit/>
              </a:bodyPr>
              <a:lstStyle/>
              <a:p>
                <a:r>
                  <a:rPr lang="en-US" sz="11500" b="1" dirty="0"/>
                  <a:t>C</a:t>
                </a:r>
                <a:endParaRPr lang="en-IN" sz="11500" b="1" dirty="0"/>
              </a:p>
            </p:txBody>
          </p:sp>
        </p:grpSp>
        <p:sp>
          <p:nvSpPr>
            <p:cNvPr id="91" name="TextBox 90">
              <a:extLst>
                <a:ext uri="{FF2B5EF4-FFF2-40B4-BE49-F238E27FC236}">
                  <a16:creationId xmlns:a16="http://schemas.microsoft.com/office/drawing/2014/main" id="{6427B5A9-2C19-FAE1-4866-E494F1F4988D}"/>
                </a:ext>
              </a:extLst>
            </p:cNvPr>
            <p:cNvSpPr txBox="1"/>
            <p:nvPr/>
          </p:nvSpPr>
          <p:spPr>
            <a:xfrm>
              <a:off x="6870642" y="3362435"/>
              <a:ext cx="1902242" cy="461665"/>
            </a:xfrm>
            <a:prstGeom prst="rect">
              <a:avLst/>
            </a:prstGeom>
            <a:noFill/>
          </p:spPr>
          <p:txBody>
            <a:bodyPr wrap="square" rtlCol="0">
              <a:spAutoFit/>
            </a:bodyPr>
            <a:lstStyle/>
            <a:p>
              <a:r>
                <a:rPr lang="en-US" sz="2400" b="1" dirty="0"/>
                <a:t>ANALYSIS</a:t>
              </a:r>
              <a:endParaRPr lang="en-IN" sz="2400" b="1" dirty="0"/>
            </a:p>
          </p:txBody>
        </p:sp>
        <p:sp>
          <p:nvSpPr>
            <p:cNvPr id="92" name="TextBox 91">
              <a:extLst>
                <a:ext uri="{FF2B5EF4-FFF2-40B4-BE49-F238E27FC236}">
                  <a16:creationId xmlns:a16="http://schemas.microsoft.com/office/drawing/2014/main" id="{B15448C2-C94A-6081-59F1-B2D0F2BCB5EB}"/>
                </a:ext>
              </a:extLst>
            </p:cNvPr>
            <p:cNvSpPr txBox="1"/>
            <p:nvPr/>
          </p:nvSpPr>
          <p:spPr>
            <a:xfrm>
              <a:off x="6181155" y="4135056"/>
              <a:ext cx="2273761" cy="2585323"/>
            </a:xfrm>
            <a:prstGeom prst="rect">
              <a:avLst/>
            </a:prstGeom>
            <a:noFill/>
          </p:spPr>
          <p:txBody>
            <a:bodyPr wrap="square" rtlCol="0">
              <a:spAutoFit/>
            </a:bodyPr>
            <a:lstStyle/>
            <a:p>
              <a:pPr marL="285750" lvl="0" indent="-285750">
                <a:buFont typeface="Wingdings" panose="05000000000000000000" pitchFamily="2" charset="2"/>
                <a:buChar char="§"/>
              </a:pPr>
              <a:r>
                <a:rPr lang="en-IN"/>
                <a:t>Memory usage comparison </a:t>
              </a:r>
            </a:p>
            <a:p>
              <a:pPr marL="285750" lvl="0" indent="-285750">
                <a:buFont typeface="Wingdings" panose="05000000000000000000" pitchFamily="2" charset="2"/>
                <a:buChar char="§"/>
              </a:pPr>
              <a:r>
                <a:rPr lang="en-IN"/>
                <a:t>Context size reduction </a:t>
              </a:r>
            </a:p>
            <a:p>
              <a:pPr marL="285750" lvl="0" indent="-285750">
                <a:buFont typeface="Wingdings" panose="05000000000000000000" pitchFamily="2" charset="2"/>
                <a:buChar char="§"/>
              </a:pPr>
              <a:r>
                <a:rPr lang="en-IN"/>
                <a:t>Response efficiency </a:t>
              </a:r>
            </a:p>
            <a:p>
              <a:pPr marL="285750" lvl="0" indent="-285750">
                <a:buFont typeface="Wingdings" panose="05000000000000000000" pitchFamily="2" charset="2"/>
                <a:buChar char="§"/>
              </a:pPr>
              <a:r>
                <a:rPr lang="en-IN"/>
                <a:t>Accuracy of retrieved information</a:t>
              </a:r>
            </a:p>
          </p:txBody>
        </p:sp>
      </p:grpSp>
      <p:grpSp>
        <p:nvGrpSpPr>
          <p:cNvPr id="96" name="Group 95">
            <a:extLst>
              <a:ext uri="{FF2B5EF4-FFF2-40B4-BE49-F238E27FC236}">
                <a16:creationId xmlns:a16="http://schemas.microsoft.com/office/drawing/2014/main" id="{44796E7A-8238-8E5D-CF75-B124CF581FA3}"/>
              </a:ext>
            </a:extLst>
          </p:cNvPr>
          <p:cNvGrpSpPr/>
          <p:nvPr/>
        </p:nvGrpSpPr>
        <p:grpSpPr>
          <a:xfrm>
            <a:off x="-2048930" y="784039"/>
            <a:ext cx="3806198" cy="6157090"/>
            <a:chOff x="2899403" y="790200"/>
            <a:chExt cx="3806198" cy="6157090"/>
          </a:xfrm>
        </p:grpSpPr>
        <p:grpSp>
          <p:nvGrpSpPr>
            <p:cNvPr id="97" name="Group 96">
              <a:extLst>
                <a:ext uri="{FF2B5EF4-FFF2-40B4-BE49-F238E27FC236}">
                  <a16:creationId xmlns:a16="http://schemas.microsoft.com/office/drawing/2014/main" id="{E152D7A3-BBC8-8036-A96A-4CFDDBB20B7C}"/>
                </a:ext>
              </a:extLst>
            </p:cNvPr>
            <p:cNvGrpSpPr/>
            <p:nvPr/>
          </p:nvGrpSpPr>
          <p:grpSpPr>
            <a:xfrm>
              <a:off x="2899403" y="790200"/>
              <a:ext cx="3806198" cy="6067800"/>
              <a:chOff x="2938952" y="790200"/>
              <a:chExt cx="3806198" cy="6067800"/>
            </a:xfrm>
          </p:grpSpPr>
          <p:sp>
            <p:nvSpPr>
              <p:cNvPr id="101" name="Rectangle 100">
                <a:extLst>
                  <a:ext uri="{FF2B5EF4-FFF2-40B4-BE49-F238E27FC236}">
                    <a16:creationId xmlns:a16="http://schemas.microsoft.com/office/drawing/2014/main" id="{A8416E78-CBB4-F9C7-2855-8DE2227C0DCF}"/>
                  </a:ext>
                </a:extLst>
              </p:cNvPr>
              <p:cNvSpPr/>
              <p:nvPr/>
            </p:nvSpPr>
            <p:spPr>
              <a:xfrm>
                <a:off x="2938952" y="790200"/>
                <a:ext cx="3092370" cy="6067800"/>
              </a:xfrm>
              <a:prstGeom prst="rect">
                <a:avLst/>
              </a:prstGeom>
              <a:solidFill>
                <a:schemeClr val="accent3">
                  <a:lumMod val="40000"/>
                  <a:lumOff val="60000"/>
                </a:schemeClr>
              </a:solidFill>
              <a:ln>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2" name="Isosceles Triangle 101">
                <a:extLst>
                  <a:ext uri="{FF2B5EF4-FFF2-40B4-BE49-F238E27FC236}">
                    <a16:creationId xmlns:a16="http://schemas.microsoft.com/office/drawing/2014/main" id="{5C7D3E33-3B26-D30B-528C-870EC585D90E}"/>
                  </a:ext>
                </a:extLst>
              </p:cNvPr>
              <p:cNvSpPr/>
              <p:nvPr/>
            </p:nvSpPr>
            <p:spPr>
              <a:xfrm rot="5400000">
                <a:off x="5124694" y="1909825"/>
                <a:ext cx="2500131" cy="740781"/>
              </a:xfrm>
              <a:prstGeom prst="triangle">
                <a:avLst>
                  <a:gd name="adj" fmla="val 46505"/>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3" name="TextBox 102">
                <a:extLst>
                  <a:ext uri="{FF2B5EF4-FFF2-40B4-BE49-F238E27FC236}">
                    <a16:creationId xmlns:a16="http://schemas.microsoft.com/office/drawing/2014/main" id="{78E35EB6-3AC0-33F0-CAA9-77E76B40E33C}"/>
                  </a:ext>
                </a:extLst>
              </p:cNvPr>
              <p:cNvSpPr txBox="1"/>
              <p:nvPr/>
            </p:nvSpPr>
            <p:spPr>
              <a:xfrm>
                <a:off x="3931109" y="1349190"/>
                <a:ext cx="1249053" cy="1862048"/>
              </a:xfrm>
              <a:prstGeom prst="rect">
                <a:avLst/>
              </a:prstGeom>
              <a:noFill/>
            </p:spPr>
            <p:txBody>
              <a:bodyPr wrap="square" rtlCol="0">
                <a:spAutoFit/>
              </a:bodyPr>
              <a:lstStyle/>
              <a:p>
                <a:r>
                  <a:rPr lang="en-US" sz="11500" b="1" dirty="0"/>
                  <a:t>B</a:t>
                </a:r>
                <a:endParaRPr lang="en-IN" sz="11500" b="1" dirty="0"/>
              </a:p>
            </p:txBody>
          </p:sp>
        </p:grpSp>
        <p:grpSp>
          <p:nvGrpSpPr>
            <p:cNvPr id="98" name="Group 97">
              <a:extLst>
                <a:ext uri="{FF2B5EF4-FFF2-40B4-BE49-F238E27FC236}">
                  <a16:creationId xmlns:a16="http://schemas.microsoft.com/office/drawing/2014/main" id="{9563F05B-7282-1C4E-58E5-5D94FA1A41B7}"/>
                </a:ext>
              </a:extLst>
            </p:cNvPr>
            <p:cNvGrpSpPr/>
            <p:nvPr/>
          </p:nvGrpSpPr>
          <p:grpSpPr>
            <a:xfrm>
              <a:off x="3143182" y="3308563"/>
              <a:ext cx="2505264" cy="3638727"/>
              <a:chOff x="3143182" y="3308563"/>
              <a:chExt cx="2505264" cy="3638727"/>
            </a:xfrm>
          </p:grpSpPr>
          <p:sp>
            <p:nvSpPr>
              <p:cNvPr id="99" name="TextBox 98">
                <a:extLst>
                  <a:ext uri="{FF2B5EF4-FFF2-40B4-BE49-F238E27FC236}">
                    <a16:creationId xmlns:a16="http://schemas.microsoft.com/office/drawing/2014/main" id="{540DF542-796A-4A44-19F2-4003D32CF7F6}"/>
                  </a:ext>
                </a:extLst>
              </p:cNvPr>
              <p:cNvSpPr txBox="1"/>
              <p:nvPr/>
            </p:nvSpPr>
            <p:spPr>
              <a:xfrm>
                <a:off x="3424437" y="3308563"/>
                <a:ext cx="1902242" cy="461665"/>
              </a:xfrm>
              <a:prstGeom prst="rect">
                <a:avLst/>
              </a:prstGeom>
              <a:noFill/>
            </p:spPr>
            <p:txBody>
              <a:bodyPr wrap="square" rtlCol="0">
                <a:spAutoFit/>
              </a:bodyPr>
              <a:lstStyle/>
              <a:p>
                <a:r>
                  <a:rPr lang="en-US" sz="2400" b="1" dirty="0"/>
                  <a:t>VALIDATION</a:t>
                </a:r>
                <a:endParaRPr lang="en-IN" sz="2400" b="1" dirty="0"/>
              </a:p>
            </p:txBody>
          </p:sp>
          <p:sp>
            <p:nvSpPr>
              <p:cNvPr id="100" name="TextBox 99">
                <a:extLst>
                  <a:ext uri="{FF2B5EF4-FFF2-40B4-BE49-F238E27FC236}">
                    <a16:creationId xmlns:a16="http://schemas.microsoft.com/office/drawing/2014/main" id="{0F9F62FA-6049-B1B3-1633-199E44B05ADA}"/>
                  </a:ext>
                </a:extLst>
              </p:cNvPr>
              <p:cNvSpPr txBox="1"/>
              <p:nvPr/>
            </p:nvSpPr>
            <p:spPr>
              <a:xfrm>
                <a:off x="3143182" y="4084968"/>
                <a:ext cx="2505264" cy="2862322"/>
              </a:xfrm>
              <a:prstGeom prst="rect">
                <a:avLst/>
              </a:prstGeom>
              <a:noFill/>
            </p:spPr>
            <p:txBody>
              <a:bodyPr wrap="square" rtlCol="0">
                <a:spAutoFit/>
              </a:bodyPr>
              <a:lstStyle/>
              <a:p>
                <a:pPr marL="285750" lvl="0" indent="-285750">
                  <a:buFont typeface="Wingdings" panose="05000000000000000000" pitchFamily="2" charset="2"/>
                  <a:buChar char="§"/>
                </a:pPr>
                <a:r>
                  <a:rPr lang="en-IN" dirty="0"/>
                  <a:t>Check relevance of stored memories </a:t>
                </a:r>
              </a:p>
              <a:p>
                <a:pPr marL="285750" lvl="0" indent="-285750">
                  <a:buFont typeface="Wingdings" panose="05000000000000000000" pitchFamily="2" charset="2"/>
                  <a:buChar char="§"/>
                </a:pPr>
                <a:r>
                  <a:rPr lang="en-IN" dirty="0"/>
                  <a:t>Verify correct memory retrieval </a:t>
                </a:r>
              </a:p>
              <a:p>
                <a:pPr marL="285750" lvl="0" indent="-285750">
                  <a:buFont typeface="Wingdings" panose="05000000000000000000" pitchFamily="2" charset="2"/>
                  <a:buChar char="§"/>
                </a:pPr>
                <a:r>
                  <a:rPr lang="en-IN" dirty="0"/>
                  <a:t>Test outdated/conflicting information </a:t>
                </a:r>
              </a:p>
              <a:p>
                <a:pPr marL="285750" lvl="0" indent="-285750">
                  <a:buFont typeface="Wingdings" panose="05000000000000000000" pitchFamily="2" charset="2"/>
                  <a:buChar char="§"/>
                </a:pPr>
                <a:r>
                  <a:rPr lang="en-IN" dirty="0"/>
                  <a:t>Validate user edits and deletions</a:t>
                </a:r>
              </a:p>
              <a:p>
                <a:pPr marL="285750" indent="-285750">
                  <a:buFont typeface="Wingdings" panose="05000000000000000000" pitchFamily="2" charset="2"/>
                  <a:buChar char="§"/>
                </a:pPr>
                <a:endParaRPr lang="en-IN" dirty="0"/>
              </a:p>
            </p:txBody>
          </p:sp>
        </p:grpSp>
      </p:grpSp>
      <p:grpSp>
        <p:nvGrpSpPr>
          <p:cNvPr id="104" name="Group 103">
            <a:extLst>
              <a:ext uri="{FF2B5EF4-FFF2-40B4-BE49-F238E27FC236}">
                <a16:creationId xmlns:a16="http://schemas.microsoft.com/office/drawing/2014/main" id="{A8A1EFD4-55BC-EFDC-7744-CE6651FADF32}"/>
              </a:ext>
            </a:extLst>
          </p:cNvPr>
          <p:cNvGrpSpPr/>
          <p:nvPr/>
        </p:nvGrpSpPr>
        <p:grpSpPr>
          <a:xfrm>
            <a:off x="-2369999" y="769585"/>
            <a:ext cx="3638006" cy="6171544"/>
            <a:chOff x="-41117" y="767847"/>
            <a:chExt cx="3638006" cy="6171544"/>
          </a:xfrm>
        </p:grpSpPr>
        <p:grpSp>
          <p:nvGrpSpPr>
            <p:cNvPr id="105" name="Group 104">
              <a:extLst>
                <a:ext uri="{FF2B5EF4-FFF2-40B4-BE49-F238E27FC236}">
                  <a16:creationId xmlns:a16="http://schemas.microsoft.com/office/drawing/2014/main" id="{550EBEEE-3718-AD14-FC33-74206D8B59D8}"/>
                </a:ext>
              </a:extLst>
            </p:cNvPr>
            <p:cNvGrpSpPr/>
            <p:nvPr/>
          </p:nvGrpSpPr>
          <p:grpSpPr>
            <a:xfrm>
              <a:off x="-41117" y="767847"/>
              <a:ext cx="3638006" cy="6067800"/>
              <a:chOff x="-41117" y="767847"/>
              <a:chExt cx="3638006" cy="6067800"/>
            </a:xfrm>
          </p:grpSpPr>
          <p:sp>
            <p:nvSpPr>
              <p:cNvPr id="108" name="Rectangle 107">
                <a:extLst>
                  <a:ext uri="{FF2B5EF4-FFF2-40B4-BE49-F238E27FC236}">
                    <a16:creationId xmlns:a16="http://schemas.microsoft.com/office/drawing/2014/main" id="{71ED30FC-6015-FEEA-B31B-DA2AFB308017}"/>
                  </a:ext>
                </a:extLst>
              </p:cNvPr>
              <p:cNvSpPr/>
              <p:nvPr/>
            </p:nvSpPr>
            <p:spPr>
              <a:xfrm>
                <a:off x="-41117" y="767847"/>
                <a:ext cx="2928395" cy="6067800"/>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9" name="Isosceles Triangle 108">
                <a:extLst>
                  <a:ext uri="{FF2B5EF4-FFF2-40B4-BE49-F238E27FC236}">
                    <a16:creationId xmlns:a16="http://schemas.microsoft.com/office/drawing/2014/main" id="{DBA64118-D053-19C8-339C-2D882F5B66D1}"/>
                  </a:ext>
                </a:extLst>
              </p:cNvPr>
              <p:cNvSpPr/>
              <p:nvPr/>
            </p:nvSpPr>
            <p:spPr>
              <a:xfrm rot="5400000">
                <a:off x="1976433" y="1946571"/>
                <a:ext cx="2500131" cy="740781"/>
              </a:xfrm>
              <a:prstGeom prst="triangle">
                <a:avLst>
                  <a:gd name="adj" fmla="val 46505"/>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0" name="TextBox 109">
                <a:extLst>
                  <a:ext uri="{FF2B5EF4-FFF2-40B4-BE49-F238E27FC236}">
                    <a16:creationId xmlns:a16="http://schemas.microsoft.com/office/drawing/2014/main" id="{BDC791B4-E832-5495-5884-A2219AA2B871}"/>
                  </a:ext>
                </a:extLst>
              </p:cNvPr>
              <p:cNvSpPr txBox="1"/>
              <p:nvPr/>
            </p:nvSpPr>
            <p:spPr>
              <a:xfrm>
                <a:off x="697070" y="1349190"/>
                <a:ext cx="1249053" cy="1862048"/>
              </a:xfrm>
              <a:prstGeom prst="rect">
                <a:avLst/>
              </a:prstGeom>
              <a:noFill/>
            </p:spPr>
            <p:txBody>
              <a:bodyPr wrap="square" rtlCol="0">
                <a:spAutoFit/>
              </a:bodyPr>
              <a:lstStyle/>
              <a:p>
                <a:r>
                  <a:rPr lang="en-US" sz="11500" b="1" dirty="0"/>
                  <a:t>A</a:t>
                </a:r>
                <a:endParaRPr lang="en-IN" sz="11500" b="1" dirty="0"/>
              </a:p>
            </p:txBody>
          </p:sp>
        </p:grpSp>
        <p:sp>
          <p:nvSpPr>
            <p:cNvPr id="106" name="TextBox 105">
              <a:extLst>
                <a:ext uri="{FF2B5EF4-FFF2-40B4-BE49-F238E27FC236}">
                  <a16:creationId xmlns:a16="http://schemas.microsoft.com/office/drawing/2014/main" id="{BB4E014C-5840-D556-CF2F-605BEBBAF287}"/>
                </a:ext>
              </a:extLst>
            </p:cNvPr>
            <p:cNvSpPr txBox="1"/>
            <p:nvPr/>
          </p:nvSpPr>
          <p:spPr>
            <a:xfrm>
              <a:off x="594349" y="3299447"/>
              <a:ext cx="1902242" cy="461665"/>
            </a:xfrm>
            <a:prstGeom prst="rect">
              <a:avLst/>
            </a:prstGeom>
            <a:noFill/>
          </p:spPr>
          <p:txBody>
            <a:bodyPr wrap="square" rtlCol="0">
              <a:spAutoFit/>
            </a:bodyPr>
            <a:lstStyle/>
            <a:p>
              <a:r>
                <a:rPr lang="en-US" sz="2400" b="1" dirty="0"/>
                <a:t>TESTING</a:t>
              </a:r>
              <a:endParaRPr lang="en-IN" sz="2400" b="1" dirty="0"/>
            </a:p>
          </p:txBody>
        </p:sp>
        <p:sp>
          <p:nvSpPr>
            <p:cNvPr id="107" name="TextBox 106">
              <a:extLst>
                <a:ext uri="{FF2B5EF4-FFF2-40B4-BE49-F238E27FC236}">
                  <a16:creationId xmlns:a16="http://schemas.microsoft.com/office/drawing/2014/main" id="{45DAC0A3-0AD0-8C74-7F9B-DD7E30338D2C}"/>
                </a:ext>
              </a:extLst>
            </p:cNvPr>
            <p:cNvSpPr txBox="1"/>
            <p:nvPr/>
          </p:nvSpPr>
          <p:spPr>
            <a:xfrm>
              <a:off x="35029" y="4077069"/>
              <a:ext cx="2461562" cy="2862322"/>
            </a:xfrm>
            <a:prstGeom prst="rect">
              <a:avLst/>
            </a:prstGeom>
            <a:noFill/>
          </p:spPr>
          <p:txBody>
            <a:bodyPr wrap="square" rtlCol="0">
              <a:spAutoFit/>
            </a:bodyPr>
            <a:lstStyle/>
            <a:p>
              <a:pPr marL="285750" lvl="0" indent="-285750">
                <a:buFont typeface="Wingdings" panose="05000000000000000000" pitchFamily="2" charset="2"/>
                <a:buChar char="§"/>
              </a:pPr>
              <a:r>
                <a:rPr lang="en-IN" dirty="0"/>
                <a:t>Memory classification testing </a:t>
              </a:r>
            </a:p>
            <a:p>
              <a:pPr marL="285750" lvl="0" indent="-285750">
                <a:buFont typeface="Wingdings" panose="05000000000000000000" pitchFamily="2" charset="2"/>
                <a:buChar char="§"/>
              </a:pPr>
              <a:r>
                <a:rPr lang="en-IN" dirty="0"/>
                <a:t>Keep / Summarize / Discard decisions </a:t>
              </a:r>
            </a:p>
            <a:p>
              <a:pPr marL="285750" lvl="0" indent="-285750">
                <a:buFont typeface="Wingdings" panose="05000000000000000000" pitchFamily="2" charset="2"/>
                <a:buChar char="§"/>
              </a:pPr>
              <a:r>
                <a:rPr lang="en-IN" dirty="0"/>
                <a:t>User memory controls </a:t>
              </a:r>
            </a:p>
            <a:p>
              <a:pPr marL="285750" lvl="0" indent="-285750">
                <a:buFont typeface="Wingdings" panose="05000000000000000000" pitchFamily="2" charset="2"/>
                <a:buChar char="§"/>
              </a:pPr>
              <a:r>
                <a:rPr lang="en-IN" dirty="0"/>
                <a:t>Retrieval accuracy testing</a:t>
              </a:r>
            </a:p>
            <a:p>
              <a:endParaRPr lang="en-IN" dirty="0"/>
            </a:p>
          </p:txBody>
        </p:sp>
      </p:grpSp>
      <p:sp>
        <p:nvSpPr>
          <p:cNvPr id="2" name="TextBox 1">
            <a:extLst>
              <a:ext uri="{FF2B5EF4-FFF2-40B4-BE49-F238E27FC236}">
                <a16:creationId xmlns:a16="http://schemas.microsoft.com/office/drawing/2014/main" id="{7797A184-6659-DAD6-896D-51C09F90E054}"/>
              </a:ext>
            </a:extLst>
          </p:cNvPr>
          <p:cNvSpPr txBox="1"/>
          <p:nvPr/>
        </p:nvSpPr>
        <p:spPr>
          <a:xfrm>
            <a:off x="3200710" y="987707"/>
            <a:ext cx="8651766" cy="1938992"/>
          </a:xfrm>
          <a:prstGeom prst="rect">
            <a:avLst/>
          </a:prstGeom>
          <a:noFill/>
        </p:spPr>
        <p:txBody>
          <a:bodyPr wrap="square" rtlCol="0">
            <a:spAutoFit/>
          </a:bodyPr>
          <a:lstStyle/>
          <a:p>
            <a:r>
              <a:rPr lang="en-US" sz="6000" b="1" dirty="0">
                <a:solidFill>
                  <a:schemeClr val="accent6">
                    <a:lumMod val="50000"/>
                  </a:schemeClr>
                </a:solidFill>
              </a:rPr>
              <a:t>TESTING ANALYSIS  AND VALIDATION </a:t>
            </a:r>
            <a:endParaRPr lang="en-IN" sz="5400" b="1" dirty="0">
              <a:solidFill>
                <a:schemeClr val="accent6">
                  <a:lumMod val="50000"/>
                </a:schemeClr>
              </a:solidFill>
            </a:endParaRPr>
          </a:p>
        </p:txBody>
      </p:sp>
      <p:sp>
        <p:nvSpPr>
          <p:cNvPr id="3" name="TextBox 2">
            <a:extLst>
              <a:ext uri="{FF2B5EF4-FFF2-40B4-BE49-F238E27FC236}">
                <a16:creationId xmlns:a16="http://schemas.microsoft.com/office/drawing/2014/main" id="{A83CAEB4-DC58-4FAB-BCAD-58F46F6F7B45}"/>
              </a:ext>
            </a:extLst>
          </p:cNvPr>
          <p:cNvSpPr txBox="1"/>
          <p:nvPr/>
        </p:nvSpPr>
        <p:spPr>
          <a:xfrm>
            <a:off x="4078164" y="3315953"/>
            <a:ext cx="6246454" cy="3046988"/>
          </a:xfrm>
          <a:prstGeom prst="rect">
            <a:avLst/>
          </a:prstGeom>
          <a:noFill/>
        </p:spPr>
        <p:txBody>
          <a:bodyPr wrap="square" rtlCol="0">
            <a:spAutoFit/>
          </a:bodyPr>
          <a:lstStyle/>
          <a:p>
            <a:pPr marL="342900" lvl="0" indent="-342900">
              <a:buFont typeface="Wingdings" panose="05000000000000000000" pitchFamily="2" charset="2"/>
              <a:buChar char="v"/>
            </a:pPr>
            <a:r>
              <a:rPr lang="en-IN" sz="2400" b="1" dirty="0">
                <a:solidFill>
                  <a:schemeClr val="accent6">
                    <a:lumMod val="50000"/>
                  </a:schemeClr>
                </a:solidFill>
              </a:rPr>
              <a:t>Testing:</a:t>
            </a:r>
            <a:r>
              <a:rPr lang="en-IN" sz="2400" dirty="0">
                <a:solidFill>
                  <a:schemeClr val="accent6">
                    <a:lumMod val="50000"/>
                  </a:schemeClr>
                </a:solidFill>
              </a:rPr>
              <a:t> </a:t>
            </a:r>
            <a:r>
              <a:rPr lang="en-IN" sz="2400" b="1" dirty="0">
                <a:solidFill>
                  <a:schemeClr val="accent6">
                    <a:lumMod val="50000"/>
                  </a:schemeClr>
                </a:solidFill>
              </a:rPr>
              <a:t>Test Smart, Build Better</a:t>
            </a:r>
          </a:p>
          <a:p>
            <a:pPr lvl="0"/>
            <a:r>
              <a:rPr lang="en-IN" sz="2400" dirty="0">
                <a:solidFill>
                  <a:schemeClr val="accent6">
                    <a:lumMod val="50000"/>
                  </a:schemeClr>
                </a:solidFill>
              </a:rPr>
              <a:t> </a:t>
            </a:r>
          </a:p>
          <a:p>
            <a:pPr marL="342900" lvl="0" indent="-342900">
              <a:buFont typeface="Wingdings" panose="05000000000000000000" pitchFamily="2" charset="2"/>
              <a:buChar char="v"/>
            </a:pPr>
            <a:r>
              <a:rPr lang="en-IN" sz="2400" b="1" dirty="0">
                <a:solidFill>
                  <a:schemeClr val="accent6">
                    <a:lumMod val="50000"/>
                  </a:schemeClr>
                </a:solidFill>
              </a:rPr>
              <a:t>Validation:</a:t>
            </a:r>
            <a:r>
              <a:rPr lang="en-IN" sz="2400" dirty="0">
                <a:solidFill>
                  <a:schemeClr val="accent6">
                    <a:lumMod val="50000"/>
                  </a:schemeClr>
                </a:solidFill>
              </a:rPr>
              <a:t> </a:t>
            </a:r>
            <a:r>
              <a:rPr lang="en-IN" sz="2400" b="1" dirty="0">
                <a:solidFill>
                  <a:schemeClr val="accent6">
                    <a:lumMod val="50000"/>
                  </a:schemeClr>
                </a:solidFill>
              </a:rPr>
              <a:t>Validate Right, Trust Results</a:t>
            </a:r>
            <a:r>
              <a:rPr lang="en-IN" sz="2400" dirty="0">
                <a:solidFill>
                  <a:schemeClr val="accent6">
                    <a:lumMod val="50000"/>
                  </a:schemeClr>
                </a:solidFill>
              </a:rPr>
              <a:t> </a:t>
            </a:r>
          </a:p>
          <a:p>
            <a:pPr marL="342900" lvl="0" indent="-342900">
              <a:buFont typeface="Wingdings" panose="05000000000000000000" pitchFamily="2" charset="2"/>
              <a:buChar char="v"/>
            </a:pPr>
            <a:endParaRPr lang="en-IN" sz="2400" dirty="0">
              <a:solidFill>
                <a:schemeClr val="accent6">
                  <a:lumMod val="50000"/>
                </a:schemeClr>
              </a:solidFill>
            </a:endParaRPr>
          </a:p>
          <a:p>
            <a:pPr marL="342900" lvl="0" indent="-342900">
              <a:buFont typeface="Wingdings" panose="05000000000000000000" pitchFamily="2" charset="2"/>
              <a:buChar char="v"/>
            </a:pPr>
            <a:r>
              <a:rPr lang="en-IN" sz="2400" dirty="0">
                <a:solidFill>
                  <a:schemeClr val="accent6">
                    <a:lumMod val="50000"/>
                  </a:schemeClr>
                </a:solidFill>
              </a:rPr>
              <a:t> </a:t>
            </a:r>
            <a:r>
              <a:rPr lang="en-IN" sz="2400" b="1" dirty="0">
                <a:solidFill>
                  <a:schemeClr val="accent6">
                    <a:lumMod val="50000"/>
                  </a:schemeClr>
                </a:solidFill>
              </a:rPr>
              <a:t>Analysis:</a:t>
            </a:r>
            <a:r>
              <a:rPr lang="en-IN" sz="2400" dirty="0">
                <a:solidFill>
                  <a:schemeClr val="accent6">
                    <a:lumMod val="50000"/>
                  </a:schemeClr>
                </a:solidFill>
              </a:rPr>
              <a:t> </a:t>
            </a:r>
            <a:r>
              <a:rPr lang="en-IN" sz="2400" b="1" dirty="0" err="1">
                <a:solidFill>
                  <a:schemeClr val="accent6">
                    <a:lumMod val="50000"/>
                  </a:schemeClr>
                </a:solidFill>
              </a:rPr>
              <a:t>Analyze</a:t>
            </a:r>
            <a:r>
              <a:rPr lang="en-IN" sz="2400" b="1" dirty="0">
                <a:solidFill>
                  <a:schemeClr val="accent6">
                    <a:lumMod val="50000"/>
                  </a:schemeClr>
                </a:solidFill>
              </a:rPr>
              <a:t> Deep, Improve More</a:t>
            </a:r>
            <a:r>
              <a:rPr lang="en-IN" sz="2400" dirty="0">
                <a:solidFill>
                  <a:schemeClr val="accent6">
                    <a:lumMod val="50000"/>
                  </a:schemeClr>
                </a:solidFill>
              </a:rPr>
              <a:t> </a:t>
            </a:r>
          </a:p>
          <a:p>
            <a:pPr marL="342900" lvl="0" indent="-342900">
              <a:buFont typeface="Wingdings" panose="05000000000000000000" pitchFamily="2" charset="2"/>
              <a:buChar char="v"/>
            </a:pPr>
            <a:endParaRPr lang="en-IN" sz="2400" dirty="0">
              <a:solidFill>
                <a:schemeClr val="accent6">
                  <a:lumMod val="50000"/>
                </a:schemeClr>
              </a:solidFill>
            </a:endParaRPr>
          </a:p>
          <a:p>
            <a:pPr marL="342900" lvl="0" indent="-342900">
              <a:buFont typeface="Wingdings" panose="05000000000000000000" pitchFamily="2" charset="2"/>
              <a:buChar char="v"/>
            </a:pPr>
            <a:r>
              <a:rPr lang="en-IN" sz="2400" dirty="0">
                <a:solidFill>
                  <a:schemeClr val="accent6">
                    <a:lumMod val="50000"/>
                  </a:schemeClr>
                </a:solidFill>
              </a:rPr>
              <a:t> </a:t>
            </a:r>
            <a:r>
              <a:rPr lang="en-IN" sz="2400" b="1" dirty="0">
                <a:solidFill>
                  <a:schemeClr val="accent6">
                    <a:lumMod val="50000"/>
                  </a:schemeClr>
                </a:solidFill>
              </a:rPr>
              <a:t>Result:</a:t>
            </a:r>
            <a:r>
              <a:rPr lang="en-IN" sz="2400" dirty="0">
                <a:solidFill>
                  <a:schemeClr val="accent6">
                    <a:lumMod val="50000"/>
                  </a:schemeClr>
                </a:solidFill>
              </a:rPr>
              <a:t> </a:t>
            </a:r>
            <a:r>
              <a:rPr lang="en-IN" sz="2400" b="1" dirty="0">
                <a:solidFill>
                  <a:schemeClr val="accent6">
                    <a:lumMod val="50000"/>
                  </a:schemeClr>
                </a:solidFill>
              </a:rPr>
              <a:t>Better Memory, Better AI</a:t>
            </a:r>
            <a:endParaRPr lang="en-IN" sz="2400" dirty="0">
              <a:solidFill>
                <a:schemeClr val="accent6">
                  <a:lumMod val="50000"/>
                </a:schemeClr>
              </a:solidFill>
            </a:endParaRPr>
          </a:p>
          <a:p>
            <a:endParaRPr lang="en-IN" sz="2400" dirty="0">
              <a:solidFill>
                <a:schemeClr val="accent6">
                  <a:lumMod val="50000"/>
                </a:schemeClr>
              </a:solidFill>
            </a:endParaRPr>
          </a:p>
        </p:txBody>
      </p:sp>
    </p:spTree>
    <p:extLst>
      <p:ext uri="{BB962C8B-B14F-4D97-AF65-F5344CB8AC3E}">
        <p14:creationId xmlns:p14="http://schemas.microsoft.com/office/powerpoint/2010/main" val="344857099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89882-5407-2DE2-D841-766E7EF5203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97EC2CF-A9A1-9288-3AA3-13A771CE76F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37301" y="243840"/>
            <a:ext cx="1790699" cy="488373"/>
          </a:xfrm>
          <a:prstGeom prst="rect">
            <a:avLst/>
          </a:prstGeom>
        </p:spPr>
      </p:pic>
      <p:sp>
        <p:nvSpPr>
          <p:cNvPr id="40" name="Title 8">
            <a:extLst>
              <a:ext uri="{FF2B5EF4-FFF2-40B4-BE49-F238E27FC236}">
                <a16:creationId xmlns:a16="http://schemas.microsoft.com/office/drawing/2014/main" id="{2603EF5F-F23F-A03D-0AEC-4359F70EE223}"/>
              </a:ext>
            </a:extLst>
          </p:cNvPr>
          <p:cNvSpPr>
            <a:spLocks noGrp="1"/>
          </p:cNvSpPr>
          <p:nvPr>
            <p:ph type="title"/>
          </p:nvPr>
        </p:nvSpPr>
        <p:spPr>
          <a:xfrm>
            <a:off x="0" y="132248"/>
            <a:ext cx="11270800" cy="546360"/>
          </a:xfrm>
        </p:spPr>
        <p:txBody>
          <a:bodyPr/>
          <a:lstStyle/>
          <a:p>
            <a:r>
              <a:rPr lang="en-US" dirty="0"/>
              <a:t>Validation / Testing / Analysis</a:t>
            </a:r>
          </a:p>
        </p:txBody>
      </p:sp>
      <p:grpSp>
        <p:nvGrpSpPr>
          <p:cNvPr id="88" name="Group 87">
            <a:extLst>
              <a:ext uri="{FF2B5EF4-FFF2-40B4-BE49-F238E27FC236}">
                <a16:creationId xmlns:a16="http://schemas.microsoft.com/office/drawing/2014/main" id="{AB0F7DAA-2409-13FC-84CC-A43BBDE8D3E0}"/>
              </a:ext>
            </a:extLst>
          </p:cNvPr>
          <p:cNvGrpSpPr/>
          <p:nvPr/>
        </p:nvGrpSpPr>
        <p:grpSpPr>
          <a:xfrm>
            <a:off x="9028023" y="873391"/>
            <a:ext cx="3912473" cy="6067800"/>
            <a:chOff x="9069445" y="873391"/>
            <a:chExt cx="3856569" cy="6109917"/>
          </a:xfrm>
        </p:grpSpPr>
        <p:grpSp>
          <p:nvGrpSpPr>
            <p:cNvPr id="56" name="Group 55">
              <a:extLst>
                <a:ext uri="{FF2B5EF4-FFF2-40B4-BE49-F238E27FC236}">
                  <a16:creationId xmlns:a16="http://schemas.microsoft.com/office/drawing/2014/main" id="{C6692F76-5C48-7C53-83A8-002B9C0B0348}"/>
                </a:ext>
              </a:extLst>
            </p:cNvPr>
            <p:cNvGrpSpPr/>
            <p:nvPr/>
          </p:nvGrpSpPr>
          <p:grpSpPr>
            <a:xfrm>
              <a:off x="9069445" y="873391"/>
              <a:ext cx="3115788" cy="6109917"/>
              <a:chOff x="9132437" y="887461"/>
              <a:chExt cx="3042631" cy="6109917"/>
            </a:xfrm>
          </p:grpSpPr>
          <p:grpSp>
            <p:nvGrpSpPr>
              <p:cNvPr id="57" name="Group 56">
                <a:extLst>
                  <a:ext uri="{FF2B5EF4-FFF2-40B4-BE49-F238E27FC236}">
                    <a16:creationId xmlns:a16="http://schemas.microsoft.com/office/drawing/2014/main" id="{DFEBB644-566D-36C7-A232-25DF548029BE}"/>
                  </a:ext>
                </a:extLst>
              </p:cNvPr>
              <p:cNvGrpSpPr/>
              <p:nvPr/>
            </p:nvGrpSpPr>
            <p:grpSpPr>
              <a:xfrm>
                <a:off x="9132437" y="887461"/>
                <a:ext cx="3042631" cy="6067800"/>
                <a:chOff x="9083239" y="790200"/>
                <a:chExt cx="3042631" cy="6067800"/>
              </a:xfrm>
            </p:grpSpPr>
            <p:sp>
              <p:nvSpPr>
                <p:cNvPr id="60" name="Rectangle 59">
                  <a:extLst>
                    <a:ext uri="{FF2B5EF4-FFF2-40B4-BE49-F238E27FC236}">
                      <a16:creationId xmlns:a16="http://schemas.microsoft.com/office/drawing/2014/main" id="{688F8A70-B26F-E377-D4FF-FF33ED57FB1C}"/>
                    </a:ext>
                  </a:extLst>
                </p:cNvPr>
                <p:cNvSpPr/>
                <p:nvPr/>
              </p:nvSpPr>
              <p:spPr>
                <a:xfrm>
                  <a:off x="9083239" y="790200"/>
                  <a:ext cx="3042631" cy="60678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2" name="TextBox 61">
                  <a:extLst>
                    <a:ext uri="{FF2B5EF4-FFF2-40B4-BE49-F238E27FC236}">
                      <a16:creationId xmlns:a16="http://schemas.microsoft.com/office/drawing/2014/main" id="{6D7EEAA3-AE90-098E-B1F9-A22CCA561CC3}"/>
                    </a:ext>
                  </a:extLst>
                </p:cNvPr>
                <p:cNvSpPr txBox="1"/>
                <p:nvPr/>
              </p:nvSpPr>
              <p:spPr>
                <a:xfrm>
                  <a:off x="10112669" y="1483489"/>
                  <a:ext cx="1249053" cy="1862048"/>
                </a:xfrm>
                <a:prstGeom prst="rect">
                  <a:avLst/>
                </a:prstGeom>
                <a:noFill/>
              </p:spPr>
              <p:txBody>
                <a:bodyPr wrap="square" rtlCol="0">
                  <a:spAutoFit/>
                </a:bodyPr>
                <a:lstStyle/>
                <a:p>
                  <a:r>
                    <a:rPr lang="en-US" sz="11500" b="1" dirty="0"/>
                    <a:t>D</a:t>
                  </a:r>
                  <a:endParaRPr lang="en-IN" sz="11500" b="1" dirty="0"/>
                </a:p>
              </p:txBody>
            </p:sp>
          </p:grpSp>
          <p:sp>
            <p:nvSpPr>
              <p:cNvPr id="58" name="TextBox 57">
                <a:extLst>
                  <a:ext uri="{FF2B5EF4-FFF2-40B4-BE49-F238E27FC236}">
                    <a16:creationId xmlns:a16="http://schemas.microsoft.com/office/drawing/2014/main" id="{1A00C291-F821-BEC3-B56B-44B1B6E4713E}"/>
                  </a:ext>
                </a:extLst>
              </p:cNvPr>
              <p:cNvSpPr txBox="1"/>
              <p:nvPr/>
            </p:nvSpPr>
            <p:spPr>
              <a:xfrm>
                <a:off x="10015904" y="3368212"/>
                <a:ext cx="1902242" cy="461665"/>
              </a:xfrm>
              <a:prstGeom prst="rect">
                <a:avLst/>
              </a:prstGeom>
              <a:noFill/>
            </p:spPr>
            <p:txBody>
              <a:bodyPr wrap="square" rtlCol="0">
                <a:spAutoFit/>
              </a:bodyPr>
              <a:lstStyle/>
              <a:p>
                <a:r>
                  <a:rPr lang="en-US" sz="2400" b="1" dirty="0"/>
                  <a:t>RESULT</a:t>
                </a:r>
                <a:endParaRPr lang="en-IN" sz="2400" b="1" dirty="0"/>
              </a:p>
            </p:txBody>
          </p:sp>
          <p:sp>
            <p:nvSpPr>
              <p:cNvPr id="59" name="TextBox 58">
                <a:extLst>
                  <a:ext uri="{FF2B5EF4-FFF2-40B4-BE49-F238E27FC236}">
                    <a16:creationId xmlns:a16="http://schemas.microsoft.com/office/drawing/2014/main" id="{6DD1833D-CDB4-884B-E0CB-47B0CC42B9A7}"/>
                  </a:ext>
                </a:extLst>
              </p:cNvPr>
              <p:cNvSpPr txBox="1"/>
              <p:nvPr/>
            </p:nvSpPr>
            <p:spPr>
              <a:xfrm>
                <a:off x="9277188" y="4135056"/>
                <a:ext cx="2566808" cy="2862322"/>
              </a:xfrm>
              <a:prstGeom prst="rect">
                <a:avLst/>
              </a:prstGeom>
              <a:noFill/>
            </p:spPr>
            <p:txBody>
              <a:bodyPr wrap="square" rtlCol="0">
                <a:spAutoFit/>
              </a:bodyPr>
              <a:lstStyle/>
              <a:p>
                <a:pPr marL="285750" lvl="0" indent="-285750">
                  <a:buFont typeface="Wingdings" panose="05000000000000000000" pitchFamily="2" charset="2"/>
                  <a:buChar char="§"/>
                </a:pPr>
                <a:r>
                  <a:rPr lang="en-IN" dirty="0"/>
                  <a:t>Reduced unnecessary memory </a:t>
                </a:r>
              </a:p>
              <a:p>
                <a:pPr marL="285750" lvl="0" indent="-285750">
                  <a:buFont typeface="Wingdings" panose="05000000000000000000" pitchFamily="2" charset="2"/>
                  <a:buChar char="§"/>
                </a:pPr>
                <a:r>
                  <a:rPr lang="en-IN" dirty="0"/>
                  <a:t>Faster context retrieval </a:t>
                </a:r>
              </a:p>
              <a:p>
                <a:pPr marL="285750" lvl="0" indent="-285750">
                  <a:buFont typeface="Wingdings" panose="05000000000000000000" pitchFamily="2" charset="2"/>
                  <a:buChar char="§"/>
                </a:pPr>
                <a:r>
                  <a:rPr lang="en-IN" dirty="0"/>
                  <a:t>Better information consistency </a:t>
                </a:r>
              </a:p>
              <a:p>
                <a:pPr marL="285750" lvl="0" indent="-285750">
                  <a:buFont typeface="Wingdings" panose="05000000000000000000" pitchFamily="2" charset="2"/>
                  <a:buChar char="§"/>
                </a:pPr>
                <a:r>
                  <a:rPr lang="en-IN" dirty="0"/>
                  <a:t>Transparent &amp; user-controlled memory</a:t>
                </a:r>
              </a:p>
              <a:p>
                <a:pPr marL="285750" indent="-285750">
                  <a:buFont typeface="Wingdings" panose="05000000000000000000" pitchFamily="2" charset="2"/>
                  <a:buChar char="§"/>
                </a:pPr>
                <a:endParaRPr lang="en-IN" dirty="0"/>
              </a:p>
            </p:txBody>
          </p:sp>
        </p:grpSp>
        <p:sp>
          <p:nvSpPr>
            <p:cNvPr id="87" name="Isosceles Triangle 86">
              <a:extLst>
                <a:ext uri="{FF2B5EF4-FFF2-40B4-BE49-F238E27FC236}">
                  <a16:creationId xmlns:a16="http://schemas.microsoft.com/office/drawing/2014/main" id="{4B18E16F-69ED-9E17-2B7F-0A3F1442551F}"/>
                </a:ext>
              </a:extLst>
            </p:cNvPr>
            <p:cNvSpPr/>
            <p:nvPr/>
          </p:nvSpPr>
          <p:spPr>
            <a:xfrm rot="5400000">
              <a:off x="11305558" y="2002130"/>
              <a:ext cx="2500131" cy="740781"/>
            </a:xfrm>
            <a:prstGeom prst="triangle">
              <a:avLst>
                <a:gd name="adj" fmla="val 46505"/>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89" name="Group 88">
            <a:extLst>
              <a:ext uri="{FF2B5EF4-FFF2-40B4-BE49-F238E27FC236}">
                <a16:creationId xmlns:a16="http://schemas.microsoft.com/office/drawing/2014/main" id="{53AC58F1-2923-BC77-D337-E2D6CA54B892}"/>
              </a:ext>
            </a:extLst>
          </p:cNvPr>
          <p:cNvGrpSpPr/>
          <p:nvPr/>
        </p:nvGrpSpPr>
        <p:grpSpPr>
          <a:xfrm>
            <a:off x="5962653" y="873391"/>
            <a:ext cx="3776067" cy="6067800"/>
            <a:chOff x="5980070" y="790200"/>
            <a:chExt cx="3776067" cy="6067800"/>
          </a:xfrm>
        </p:grpSpPr>
        <p:grpSp>
          <p:nvGrpSpPr>
            <p:cNvPr id="90" name="Group 89">
              <a:extLst>
                <a:ext uri="{FF2B5EF4-FFF2-40B4-BE49-F238E27FC236}">
                  <a16:creationId xmlns:a16="http://schemas.microsoft.com/office/drawing/2014/main" id="{EF62E9EE-67CC-AA35-8A83-79F6AFD336D6}"/>
                </a:ext>
              </a:extLst>
            </p:cNvPr>
            <p:cNvGrpSpPr/>
            <p:nvPr/>
          </p:nvGrpSpPr>
          <p:grpSpPr>
            <a:xfrm>
              <a:off x="5980070" y="790200"/>
              <a:ext cx="3776067" cy="6067800"/>
              <a:chOff x="5994919" y="732213"/>
              <a:chExt cx="3776067" cy="6067800"/>
            </a:xfrm>
          </p:grpSpPr>
          <p:sp>
            <p:nvSpPr>
              <p:cNvPr id="93" name="Rectangle 92">
                <a:extLst>
                  <a:ext uri="{FF2B5EF4-FFF2-40B4-BE49-F238E27FC236}">
                    <a16:creationId xmlns:a16="http://schemas.microsoft.com/office/drawing/2014/main" id="{89815D3F-8FDD-3189-6D22-CB37C85D1401}"/>
                  </a:ext>
                </a:extLst>
              </p:cNvPr>
              <p:cNvSpPr/>
              <p:nvPr/>
            </p:nvSpPr>
            <p:spPr>
              <a:xfrm>
                <a:off x="5994919" y="732213"/>
                <a:ext cx="3080794" cy="6067800"/>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4" name="Isosceles Triangle 93">
                <a:extLst>
                  <a:ext uri="{FF2B5EF4-FFF2-40B4-BE49-F238E27FC236}">
                    <a16:creationId xmlns:a16="http://schemas.microsoft.com/office/drawing/2014/main" id="{195F09FC-57F1-44FB-0A99-16F09FCA67A3}"/>
                  </a:ext>
                </a:extLst>
              </p:cNvPr>
              <p:cNvSpPr/>
              <p:nvPr/>
            </p:nvSpPr>
            <p:spPr>
              <a:xfrm rot="5400000">
                <a:off x="8150530" y="1894252"/>
                <a:ext cx="2500131" cy="740781"/>
              </a:xfrm>
              <a:prstGeom prst="triangle">
                <a:avLst>
                  <a:gd name="adj" fmla="val 46505"/>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5" name="TextBox 94">
                <a:extLst>
                  <a:ext uri="{FF2B5EF4-FFF2-40B4-BE49-F238E27FC236}">
                    <a16:creationId xmlns:a16="http://schemas.microsoft.com/office/drawing/2014/main" id="{CE81D7F3-2447-68E8-40A5-2BE9F7E5C024}"/>
                  </a:ext>
                </a:extLst>
              </p:cNvPr>
              <p:cNvSpPr txBox="1"/>
              <p:nvPr/>
            </p:nvSpPr>
            <p:spPr>
              <a:xfrm>
                <a:off x="7065335" y="1376335"/>
                <a:ext cx="1249053" cy="1862048"/>
              </a:xfrm>
              <a:prstGeom prst="rect">
                <a:avLst/>
              </a:prstGeom>
              <a:noFill/>
            </p:spPr>
            <p:txBody>
              <a:bodyPr wrap="square" rtlCol="0">
                <a:spAutoFit/>
              </a:bodyPr>
              <a:lstStyle/>
              <a:p>
                <a:r>
                  <a:rPr lang="en-US" sz="11500" b="1" dirty="0"/>
                  <a:t>C</a:t>
                </a:r>
                <a:endParaRPr lang="en-IN" sz="11500" b="1" dirty="0"/>
              </a:p>
            </p:txBody>
          </p:sp>
        </p:grpSp>
        <p:sp>
          <p:nvSpPr>
            <p:cNvPr id="91" name="TextBox 90">
              <a:extLst>
                <a:ext uri="{FF2B5EF4-FFF2-40B4-BE49-F238E27FC236}">
                  <a16:creationId xmlns:a16="http://schemas.microsoft.com/office/drawing/2014/main" id="{88A4CA57-B39F-AF54-4376-1EFA97CF11A4}"/>
                </a:ext>
              </a:extLst>
            </p:cNvPr>
            <p:cNvSpPr txBox="1"/>
            <p:nvPr/>
          </p:nvSpPr>
          <p:spPr>
            <a:xfrm>
              <a:off x="6870642" y="3362435"/>
              <a:ext cx="1902242" cy="461665"/>
            </a:xfrm>
            <a:prstGeom prst="rect">
              <a:avLst/>
            </a:prstGeom>
            <a:noFill/>
          </p:spPr>
          <p:txBody>
            <a:bodyPr wrap="square" rtlCol="0">
              <a:spAutoFit/>
            </a:bodyPr>
            <a:lstStyle/>
            <a:p>
              <a:r>
                <a:rPr lang="en-US" sz="2400" b="1" dirty="0"/>
                <a:t>ANALYSIS</a:t>
              </a:r>
              <a:endParaRPr lang="en-IN" sz="2400" b="1" dirty="0"/>
            </a:p>
          </p:txBody>
        </p:sp>
        <p:sp>
          <p:nvSpPr>
            <p:cNvPr id="92" name="TextBox 91">
              <a:extLst>
                <a:ext uri="{FF2B5EF4-FFF2-40B4-BE49-F238E27FC236}">
                  <a16:creationId xmlns:a16="http://schemas.microsoft.com/office/drawing/2014/main" id="{28513E82-36FC-24A8-94B6-EEB0D5E8AB2A}"/>
                </a:ext>
              </a:extLst>
            </p:cNvPr>
            <p:cNvSpPr txBox="1"/>
            <p:nvPr/>
          </p:nvSpPr>
          <p:spPr>
            <a:xfrm>
              <a:off x="6181155" y="4135056"/>
              <a:ext cx="2273761" cy="2585323"/>
            </a:xfrm>
            <a:prstGeom prst="rect">
              <a:avLst/>
            </a:prstGeom>
            <a:noFill/>
          </p:spPr>
          <p:txBody>
            <a:bodyPr wrap="square" rtlCol="0">
              <a:spAutoFit/>
            </a:bodyPr>
            <a:lstStyle/>
            <a:p>
              <a:pPr marL="285750" lvl="0" indent="-285750">
                <a:buFont typeface="Wingdings" panose="05000000000000000000" pitchFamily="2" charset="2"/>
                <a:buChar char="§"/>
              </a:pPr>
              <a:r>
                <a:rPr lang="en-IN"/>
                <a:t>Memory usage comparison </a:t>
              </a:r>
            </a:p>
            <a:p>
              <a:pPr marL="285750" lvl="0" indent="-285750">
                <a:buFont typeface="Wingdings" panose="05000000000000000000" pitchFamily="2" charset="2"/>
                <a:buChar char="§"/>
              </a:pPr>
              <a:r>
                <a:rPr lang="en-IN"/>
                <a:t>Context size reduction </a:t>
              </a:r>
            </a:p>
            <a:p>
              <a:pPr marL="285750" lvl="0" indent="-285750">
                <a:buFont typeface="Wingdings" panose="05000000000000000000" pitchFamily="2" charset="2"/>
                <a:buChar char="§"/>
              </a:pPr>
              <a:r>
                <a:rPr lang="en-IN"/>
                <a:t>Response efficiency </a:t>
              </a:r>
            </a:p>
            <a:p>
              <a:pPr marL="285750" lvl="0" indent="-285750">
                <a:buFont typeface="Wingdings" panose="05000000000000000000" pitchFamily="2" charset="2"/>
                <a:buChar char="§"/>
              </a:pPr>
              <a:r>
                <a:rPr lang="en-IN"/>
                <a:t>Accuracy of retrieved information</a:t>
              </a:r>
            </a:p>
          </p:txBody>
        </p:sp>
      </p:grpSp>
      <p:grpSp>
        <p:nvGrpSpPr>
          <p:cNvPr id="96" name="Group 95">
            <a:extLst>
              <a:ext uri="{FF2B5EF4-FFF2-40B4-BE49-F238E27FC236}">
                <a16:creationId xmlns:a16="http://schemas.microsoft.com/office/drawing/2014/main" id="{D7EF4CA8-718F-E87C-F3F1-F45815F84364}"/>
              </a:ext>
            </a:extLst>
          </p:cNvPr>
          <p:cNvGrpSpPr/>
          <p:nvPr/>
        </p:nvGrpSpPr>
        <p:grpSpPr>
          <a:xfrm>
            <a:off x="2908162" y="873391"/>
            <a:ext cx="3806198" cy="6157090"/>
            <a:chOff x="2899403" y="790200"/>
            <a:chExt cx="3806198" cy="6157090"/>
          </a:xfrm>
        </p:grpSpPr>
        <p:grpSp>
          <p:nvGrpSpPr>
            <p:cNvPr id="97" name="Group 96">
              <a:extLst>
                <a:ext uri="{FF2B5EF4-FFF2-40B4-BE49-F238E27FC236}">
                  <a16:creationId xmlns:a16="http://schemas.microsoft.com/office/drawing/2014/main" id="{D32326BF-FB06-9B6E-7AD9-45E7E785A0CB}"/>
                </a:ext>
              </a:extLst>
            </p:cNvPr>
            <p:cNvGrpSpPr/>
            <p:nvPr/>
          </p:nvGrpSpPr>
          <p:grpSpPr>
            <a:xfrm>
              <a:off x="2899403" y="790200"/>
              <a:ext cx="3806198" cy="6067800"/>
              <a:chOff x="2938952" y="790200"/>
              <a:chExt cx="3806198" cy="6067800"/>
            </a:xfrm>
          </p:grpSpPr>
          <p:sp>
            <p:nvSpPr>
              <p:cNvPr id="101" name="Rectangle 100">
                <a:extLst>
                  <a:ext uri="{FF2B5EF4-FFF2-40B4-BE49-F238E27FC236}">
                    <a16:creationId xmlns:a16="http://schemas.microsoft.com/office/drawing/2014/main" id="{FA12905D-168E-8045-D84B-26E8CFFD5FB0}"/>
                  </a:ext>
                </a:extLst>
              </p:cNvPr>
              <p:cNvSpPr/>
              <p:nvPr/>
            </p:nvSpPr>
            <p:spPr>
              <a:xfrm>
                <a:off x="2938952" y="790200"/>
                <a:ext cx="3092370" cy="6067800"/>
              </a:xfrm>
              <a:prstGeom prst="rect">
                <a:avLst/>
              </a:prstGeom>
              <a:solidFill>
                <a:schemeClr val="accent3">
                  <a:lumMod val="40000"/>
                  <a:lumOff val="60000"/>
                </a:schemeClr>
              </a:solidFill>
              <a:ln>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2" name="Isosceles Triangle 101">
                <a:extLst>
                  <a:ext uri="{FF2B5EF4-FFF2-40B4-BE49-F238E27FC236}">
                    <a16:creationId xmlns:a16="http://schemas.microsoft.com/office/drawing/2014/main" id="{8AE5E535-D64B-5EE2-1B62-16E5690BBA3F}"/>
                  </a:ext>
                </a:extLst>
              </p:cNvPr>
              <p:cNvSpPr/>
              <p:nvPr/>
            </p:nvSpPr>
            <p:spPr>
              <a:xfrm rot="5400000">
                <a:off x="5124694" y="1909825"/>
                <a:ext cx="2500131" cy="740781"/>
              </a:xfrm>
              <a:prstGeom prst="triangle">
                <a:avLst>
                  <a:gd name="adj" fmla="val 46505"/>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3" name="TextBox 102">
                <a:extLst>
                  <a:ext uri="{FF2B5EF4-FFF2-40B4-BE49-F238E27FC236}">
                    <a16:creationId xmlns:a16="http://schemas.microsoft.com/office/drawing/2014/main" id="{C34AFDC8-CB7F-29B0-92E9-30EBDC4480BB}"/>
                  </a:ext>
                </a:extLst>
              </p:cNvPr>
              <p:cNvSpPr txBox="1"/>
              <p:nvPr/>
            </p:nvSpPr>
            <p:spPr>
              <a:xfrm>
                <a:off x="3931109" y="1349190"/>
                <a:ext cx="1249053" cy="1862048"/>
              </a:xfrm>
              <a:prstGeom prst="rect">
                <a:avLst/>
              </a:prstGeom>
              <a:noFill/>
            </p:spPr>
            <p:txBody>
              <a:bodyPr wrap="square" rtlCol="0">
                <a:spAutoFit/>
              </a:bodyPr>
              <a:lstStyle/>
              <a:p>
                <a:r>
                  <a:rPr lang="en-US" sz="11500" b="1" dirty="0"/>
                  <a:t>B</a:t>
                </a:r>
                <a:endParaRPr lang="en-IN" sz="11500" b="1" dirty="0"/>
              </a:p>
            </p:txBody>
          </p:sp>
        </p:grpSp>
        <p:grpSp>
          <p:nvGrpSpPr>
            <p:cNvPr id="98" name="Group 97">
              <a:extLst>
                <a:ext uri="{FF2B5EF4-FFF2-40B4-BE49-F238E27FC236}">
                  <a16:creationId xmlns:a16="http://schemas.microsoft.com/office/drawing/2014/main" id="{C37CE777-215A-1589-24F1-E1EA2C8D5DB1}"/>
                </a:ext>
              </a:extLst>
            </p:cNvPr>
            <p:cNvGrpSpPr/>
            <p:nvPr/>
          </p:nvGrpSpPr>
          <p:grpSpPr>
            <a:xfrm>
              <a:off x="3143182" y="3308563"/>
              <a:ext cx="2505264" cy="3638727"/>
              <a:chOff x="3143182" y="3308563"/>
              <a:chExt cx="2505264" cy="3638727"/>
            </a:xfrm>
          </p:grpSpPr>
          <p:sp>
            <p:nvSpPr>
              <p:cNvPr id="99" name="TextBox 98">
                <a:extLst>
                  <a:ext uri="{FF2B5EF4-FFF2-40B4-BE49-F238E27FC236}">
                    <a16:creationId xmlns:a16="http://schemas.microsoft.com/office/drawing/2014/main" id="{276C68AE-A494-5446-724C-765A7618BA08}"/>
                  </a:ext>
                </a:extLst>
              </p:cNvPr>
              <p:cNvSpPr txBox="1"/>
              <p:nvPr/>
            </p:nvSpPr>
            <p:spPr>
              <a:xfrm>
                <a:off x="3424437" y="3308563"/>
                <a:ext cx="1902242" cy="461665"/>
              </a:xfrm>
              <a:prstGeom prst="rect">
                <a:avLst/>
              </a:prstGeom>
              <a:noFill/>
            </p:spPr>
            <p:txBody>
              <a:bodyPr wrap="square" rtlCol="0">
                <a:spAutoFit/>
              </a:bodyPr>
              <a:lstStyle/>
              <a:p>
                <a:r>
                  <a:rPr lang="en-US" sz="2400" b="1" dirty="0"/>
                  <a:t>VALIDATION</a:t>
                </a:r>
                <a:endParaRPr lang="en-IN" sz="2400" b="1" dirty="0"/>
              </a:p>
            </p:txBody>
          </p:sp>
          <p:sp>
            <p:nvSpPr>
              <p:cNvPr id="100" name="TextBox 99">
                <a:extLst>
                  <a:ext uri="{FF2B5EF4-FFF2-40B4-BE49-F238E27FC236}">
                    <a16:creationId xmlns:a16="http://schemas.microsoft.com/office/drawing/2014/main" id="{F458E8AD-B6F9-A14B-B88A-64EF215F82C2}"/>
                  </a:ext>
                </a:extLst>
              </p:cNvPr>
              <p:cNvSpPr txBox="1"/>
              <p:nvPr/>
            </p:nvSpPr>
            <p:spPr>
              <a:xfrm>
                <a:off x="3143182" y="4084968"/>
                <a:ext cx="2505264" cy="2862322"/>
              </a:xfrm>
              <a:prstGeom prst="rect">
                <a:avLst/>
              </a:prstGeom>
              <a:noFill/>
            </p:spPr>
            <p:txBody>
              <a:bodyPr wrap="square" rtlCol="0">
                <a:spAutoFit/>
              </a:bodyPr>
              <a:lstStyle/>
              <a:p>
                <a:pPr marL="285750" lvl="0" indent="-285750">
                  <a:buFont typeface="Wingdings" panose="05000000000000000000" pitchFamily="2" charset="2"/>
                  <a:buChar char="§"/>
                </a:pPr>
                <a:r>
                  <a:rPr lang="en-IN" dirty="0"/>
                  <a:t>Check relevance of stored memories </a:t>
                </a:r>
              </a:p>
              <a:p>
                <a:pPr marL="285750" lvl="0" indent="-285750">
                  <a:buFont typeface="Wingdings" panose="05000000000000000000" pitchFamily="2" charset="2"/>
                  <a:buChar char="§"/>
                </a:pPr>
                <a:r>
                  <a:rPr lang="en-IN" dirty="0"/>
                  <a:t>Verify correct memory retrieval </a:t>
                </a:r>
              </a:p>
              <a:p>
                <a:pPr marL="285750" lvl="0" indent="-285750">
                  <a:buFont typeface="Wingdings" panose="05000000000000000000" pitchFamily="2" charset="2"/>
                  <a:buChar char="§"/>
                </a:pPr>
                <a:r>
                  <a:rPr lang="en-IN" dirty="0"/>
                  <a:t>Test outdated/conflicting information </a:t>
                </a:r>
              </a:p>
              <a:p>
                <a:pPr marL="285750" lvl="0" indent="-285750">
                  <a:buFont typeface="Wingdings" panose="05000000000000000000" pitchFamily="2" charset="2"/>
                  <a:buChar char="§"/>
                </a:pPr>
                <a:r>
                  <a:rPr lang="en-IN" dirty="0"/>
                  <a:t>Validate user edits and deletions</a:t>
                </a:r>
              </a:p>
              <a:p>
                <a:pPr marL="285750" indent="-285750">
                  <a:buFont typeface="Wingdings" panose="05000000000000000000" pitchFamily="2" charset="2"/>
                  <a:buChar char="§"/>
                </a:pPr>
                <a:endParaRPr lang="en-IN" dirty="0"/>
              </a:p>
            </p:txBody>
          </p:sp>
        </p:grpSp>
      </p:grpSp>
      <p:grpSp>
        <p:nvGrpSpPr>
          <p:cNvPr id="104" name="Group 103">
            <a:extLst>
              <a:ext uri="{FF2B5EF4-FFF2-40B4-BE49-F238E27FC236}">
                <a16:creationId xmlns:a16="http://schemas.microsoft.com/office/drawing/2014/main" id="{47FD1DB9-B9F3-6F9F-302F-66C910F60D2B}"/>
              </a:ext>
            </a:extLst>
          </p:cNvPr>
          <p:cNvGrpSpPr/>
          <p:nvPr/>
        </p:nvGrpSpPr>
        <p:grpSpPr>
          <a:xfrm>
            <a:off x="6767" y="873391"/>
            <a:ext cx="3642176" cy="6149191"/>
            <a:chOff x="-1" y="790200"/>
            <a:chExt cx="3642176" cy="6149191"/>
          </a:xfrm>
        </p:grpSpPr>
        <p:grpSp>
          <p:nvGrpSpPr>
            <p:cNvPr id="105" name="Group 104">
              <a:extLst>
                <a:ext uri="{FF2B5EF4-FFF2-40B4-BE49-F238E27FC236}">
                  <a16:creationId xmlns:a16="http://schemas.microsoft.com/office/drawing/2014/main" id="{F181656D-9B5C-5D9D-6FD2-3DF4472A49A1}"/>
                </a:ext>
              </a:extLst>
            </p:cNvPr>
            <p:cNvGrpSpPr/>
            <p:nvPr/>
          </p:nvGrpSpPr>
          <p:grpSpPr>
            <a:xfrm>
              <a:off x="-1" y="790200"/>
              <a:ext cx="3642176" cy="6067800"/>
              <a:chOff x="-1" y="790200"/>
              <a:chExt cx="3642176" cy="6067800"/>
            </a:xfrm>
          </p:grpSpPr>
          <p:sp>
            <p:nvSpPr>
              <p:cNvPr id="108" name="Rectangle 107">
                <a:extLst>
                  <a:ext uri="{FF2B5EF4-FFF2-40B4-BE49-F238E27FC236}">
                    <a16:creationId xmlns:a16="http://schemas.microsoft.com/office/drawing/2014/main" id="{31CFDE0E-3D0E-3D18-A887-61499AE64371}"/>
                  </a:ext>
                </a:extLst>
              </p:cNvPr>
              <p:cNvSpPr/>
              <p:nvPr/>
            </p:nvSpPr>
            <p:spPr>
              <a:xfrm>
                <a:off x="-1" y="790200"/>
                <a:ext cx="2928395" cy="6067800"/>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9" name="Isosceles Triangle 108">
                <a:extLst>
                  <a:ext uri="{FF2B5EF4-FFF2-40B4-BE49-F238E27FC236}">
                    <a16:creationId xmlns:a16="http://schemas.microsoft.com/office/drawing/2014/main" id="{1DF90CEA-E6BB-D0E5-EF77-62D856A82DE9}"/>
                  </a:ext>
                </a:extLst>
              </p:cNvPr>
              <p:cNvSpPr/>
              <p:nvPr/>
            </p:nvSpPr>
            <p:spPr>
              <a:xfrm rot="5400000">
                <a:off x="2021719" y="1944547"/>
                <a:ext cx="2500131" cy="740781"/>
              </a:xfrm>
              <a:prstGeom prst="triangle">
                <a:avLst>
                  <a:gd name="adj" fmla="val 46505"/>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0" name="TextBox 109">
                <a:extLst>
                  <a:ext uri="{FF2B5EF4-FFF2-40B4-BE49-F238E27FC236}">
                    <a16:creationId xmlns:a16="http://schemas.microsoft.com/office/drawing/2014/main" id="{83A08428-A41F-7E03-70DE-5C4FB6C0D86F}"/>
                  </a:ext>
                </a:extLst>
              </p:cNvPr>
              <p:cNvSpPr txBox="1"/>
              <p:nvPr/>
            </p:nvSpPr>
            <p:spPr>
              <a:xfrm>
                <a:off x="697070" y="1349190"/>
                <a:ext cx="1249053" cy="1862048"/>
              </a:xfrm>
              <a:prstGeom prst="rect">
                <a:avLst/>
              </a:prstGeom>
              <a:noFill/>
            </p:spPr>
            <p:txBody>
              <a:bodyPr wrap="square" rtlCol="0">
                <a:spAutoFit/>
              </a:bodyPr>
              <a:lstStyle/>
              <a:p>
                <a:r>
                  <a:rPr lang="en-US" sz="11500" b="1" dirty="0"/>
                  <a:t>A</a:t>
                </a:r>
                <a:endParaRPr lang="en-IN" sz="11500" b="1" dirty="0"/>
              </a:p>
            </p:txBody>
          </p:sp>
        </p:grpSp>
        <p:sp>
          <p:nvSpPr>
            <p:cNvPr id="106" name="TextBox 105">
              <a:extLst>
                <a:ext uri="{FF2B5EF4-FFF2-40B4-BE49-F238E27FC236}">
                  <a16:creationId xmlns:a16="http://schemas.microsoft.com/office/drawing/2014/main" id="{0B388689-7C02-6C6B-E844-8D9202D59193}"/>
                </a:ext>
              </a:extLst>
            </p:cNvPr>
            <p:cNvSpPr txBox="1"/>
            <p:nvPr/>
          </p:nvSpPr>
          <p:spPr>
            <a:xfrm>
              <a:off x="594349" y="3299447"/>
              <a:ext cx="1902242" cy="461665"/>
            </a:xfrm>
            <a:prstGeom prst="rect">
              <a:avLst/>
            </a:prstGeom>
            <a:noFill/>
          </p:spPr>
          <p:txBody>
            <a:bodyPr wrap="square" rtlCol="0">
              <a:spAutoFit/>
            </a:bodyPr>
            <a:lstStyle/>
            <a:p>
              <a:r>
                <a:rPr lang="en-US" sz="2400" b="1" dirty="0"/>
                <a:t>TESTING</a:t>
              </a:r>
              <a:endParaRPr lang="en-IN" sz="2400" b="1" dirty="0"/>
            </a:p>
          </p:txBody>
        </p:sp>
        <p:sp>
          <p:nvSpPr>
            <p:cNvPr id="107" name="TextBox 106">
              <a:extLst>
                <a:ext uri="{FF2B5EF4-FFF2-40B4-BE49-F238E27FC236}">
                  <a16:creationId xmlns:a16="http://schemas.microsoft.com/office/drawing/2014/main" id="{CA0E2AC1-A8A6-472A-BF66-579B32E10C92}"/>
                </a:ext>
              </a:extLst>
            </p:cNvPr>
            <p:cNvSpPr txBox="1"/>
            <p:nvPr/>
          </p:nvSpPr>
          <p:spPr>
            <a:xfrm>
              <a:off x="35029" y="4077069"/>
              <a:ext cx="2461562" cy="2862322"/>
            </a:xfrm>
            <a:prstGeom prst="rect">
              <a:avLst/>
            </a:prstGeom>
            <a:noFill/>
          </p:spPr>
          <p:txBody>
            <a:bodyPr wrap="square" rtlCol="0">
              <a:spAutoFit/>
            </a:bodyPr>
            <a:lstStyle/>
            <a:p>
              <a:pPr marL="285750" lvl="0" indent="-285750">
                <a:buFont typeface="Wingdings" panose="05000000000000000000" pitchFamily="2" charset="2"/>
                <a:buChar char="§"/>
              </a:pPr>
              <a:r>
                <a:rPr lang="en-IN" dirty="0"/>
                <a:t>Memory classification testing </a:t>
              </a:r>
            </a:p>
            <a:p>
              <a:pPr marL="285750" lvl="0" indent="-285750">
                <a:buFont typeface="Wingdings" panose="05000000000000000000" pitchFamily="2" charset="2"/>
                <a:buChar char="§"/>
              </a:pPr>
              <a:r>
                <a:rPr lang="en-IN" dirty="0"/>
                <a:t>Keep / Summarize / Discard decisions </a:t>
              </a:r>
            </a:p>
            <a:p>
              <a:pPr marL="285750" lvl="0" indent="-285750">
                <a:buFont typeface="Wingdings" panose="05000000000000000000" pitchFamily="2" charset="2"/>
                <a:buChar char="§"/>
              </a:pPr>
              <a:r>
                <a:rPr lang="en-IN" dirty="0"/>
                <a:t>User memory controls </a:t>
              </a:r>
            </a:p>
            <a:p>
              <a:pPr marL="285750" lvl="0" indent="-285750">
                <a:buFont typeface="Wingdings" panose="05000000000000000000" pitchFamily="2" charset="2"/>
                <a:buChar char="§"/>
              </a:pPr>
              <a:r>
                <a:rPr lang="en-IN" dirty="0"/>
                <a:t>Retrieval accuracy testing</a:t>
              </a:r>
            </a:p>
            <a:p>
              <a:endParaRPr lang="en-IN" dirty="0"/>
            </a:p>
          </p:txBody>
        </p:sp>
      </p:grpSp>
    </p:spTree>
    <p:extLst>
      <p:ext uri="{BB962C8B-B14F-4D97-AF65-F5344CB8AC3E}">
        <p14:creationId xmlns:p14="http://schemas.microsoft.com/office/powerpoint/2010/main" val="338571385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2AD45-36BC-CD9F-E5B4-B2CD6B314E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C732AE-B2F4-C5D8-E883-A5CB616DD741}"/>
              </a:ext>
            </a:extLst>
          </p:cNvPr>
          <p:cNvSpPr>
            <a:spLocks noGrp="1"/>
          </p:cNvSpPr>
          <p:nvPr>
            <p:ph type="title"/>
          </p:nvPr>
        </p:nvSpPr>
        <p:spPr/>
        <p:txBody>
          <a:bodyPr/>
          <a:lstStyle/>
          <a:p>
            <a:r>
              <a:rPr lang="en-IN" dirty="0"/>
              <a:t>Assumptions</a:t>
            </a:r>
            <a:endParaRPr lang="en-US" dirty="0"/>
          </a:p>
        </p:txBody>
      </p:sp>
      <p:pic>
        <p:nvPicPr>
          <p:cNvPr id="4" name="Picture 3">
            <a:extLst>
              <a:ext uri="{FF2B5EF4-FFF2-40B4-BE49-F238E27FC236}">
                <a16:creationId xmlns:a16="http://schemas.microsoft.com/office/drawing/2014/main" id="{E88894B4-AE0D-73C1-8965-EC3891518ED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37301" y="243840"/>
            <a:ext cx="1790699" cy="488373"/>
          </a:xfrm>
          <a:prstGeom prst="rect">
            <a:avLst/>
          </a:prstGeom>
        </p:spPr>
      </p:pic>
      <p:grpSp>
        <p:nvGrpSpPr>
          <p:cNvPr id="5" name="Group 4">
            <a:extLst>
              <a:ext uri="{FF2B5EF4-FFF2-40B4-BE49-F238E27FC236}">
                <a16:creationId xmlns:a16="http://schemas.microsoft.com/office/drawing/2014/main" id="{AAA7E010-CD0B-F3C0-CA44-8FBDA427FB82}"/>
              </a:ext>
            </a:extLst>
          </p:cNvPr>
          <p:cNvGrpSpPr/>
          <p:nvPr/>
        </p:nvGrpSpPr>
        <p:grpSpPr>
          <a:xfrm>
            <a:off x="621792" y="1372757"/>
            <a:ext cx="10698480" cy="4443984"/>
            <a:chOff x="621792" y="1280160"/>
            <a:chExt cx="10698480" cy="4443984"/>
          </a:xfrm>
        </p:grpSpPr>
        <p:sp>
          <p:nvSpPr>
            <p:cNvPr id="6" name="Rounded Rectangle 4">
              <a:extLst>
                <a:ext uri="{FF2B5EF4-FFF2-40B4-BE49-F238E27FC236}">
                  <a16:creationId xmlns:a16="http://schemas.microsoft.com/office/drawing/2014/main" id="{9A8EB384-B5A0-F58E-C57E-C36BD0D2845A}"/>
                </a:ext>
              </a:extLst>
            </p:cNvPr>
            <p:cNvSpPr/>
            <p:nvPr/>
          </p:nvSpPr>
          <p:spPr>
            <a:xfrm>
              <a:off x="621792" y="1280160"/>
              <a:ext cx="5138928" cy="932688"/>
            </a:xfrm>
            <a:prstGeom prst="roundRect">
              <a:avLst/>
            </a:prstGeom>
            <a:solidFill>
              <a:srgbClr val="111D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5">
              <a:extLst>
                <a:ext uri="{FF2B5EF4-FFF2-40B4-BE49-F238E27FC236}">
                  <a16:creationId xmlns:a16="http://schemas.microsoft.com/office/drawing/2014/main" id="{0D9B6EBE-49A3-A83A-4275-E916445472A3}"/>
                </a:ext>
              </a:extLst>
            </p:cNvPr>
            <p:cNvSpPr/>
            <p:nvPr/>
          </p:nvSpPr>
          <p:spPr>
            <a:xfrm>
              <a:off x="804672" y="1554480"/>
              <a:ext cx="502920" cy="310896"/>
            </a:xfrm>
            <a:prstGeom prst="roundRect">
              <a:avLst/>
            </a:prstGeom>
            <a:solidFill>
              <a:srgbClr val="162744"/>
            </a:solidFill>
            <a:ln w="12700">
              <a:solidFill>
                <a:srgbClr val="3ED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A344764B-8469-306B-70AA-B14B323DA848}"/>
                </a:ext>
              </a:extLst>
            </p:cNvPr>
            <p:cNvSpPr txBox="1"/>
            <p:nvPr/>
          </p:nvSpPr>
          <p:spPr>
            <a:xfrm>
              <a:off x="804672" y="1581912"/>
              <a:ext cx="502920" cy="228600"/>
            </a:xfrm>
            <a:prstGeom prst="rect">
              <a:avLst/>
            </a:prstGeom>
            <a:noFill/>
          </p:spPr>
          <p:txBody>
            <a:bodyPr wrap="square" lIns="18288" tIns="18288" rIns="18288" bIns="18288" anchor="ctr">
              <a:spAutoFit/>
            </a:bodyPr>
            <a:lstStyle/>
            <a:p>
              <a:pPr algn="ctr"/>
              <a:r>
                <a:rPr sz="850" b="1">
                  <a:solidFill>
                    <a:srgbClr val="3ED3FF"/>
                  </a:solidFill>
                  <a:latin typeface="Aptos"/>
                </a:rPr>
                <a:t>01</a:t>
              </a:r>
            </a:p>
          </p:txBody>
        </p:sp>
        <p:sp>
          <p:nvSpPr>
            <p:cNvPr id="9" name="TextBox 8">
              <a:extLst>
                <a:ext uri="{FF2B5EF4-FFF2-40B4-BE49-F238E27FC236}">
                  <a16:creationId xmlns:a16="http://schemas.microsoft.com/office/drawing/2014/main" id="{C7B5FFF0-2BA3-D373-EE85-11CA9249904E}"/>
                </a:ext>
              </a:extLst>
            </p:cNvPr>
            <p:cNvSpPr txBox="1"/>
            <p:nvPr/>
          </p:nvSpPr>
          <p:spPr>
            <a:xfrm>
              <a:off x="1517904" y="1453895"/>
              <a:ext cx="3913632" cy="209288"/>
            </a:xfrm>
            <a:prstGeom prst="rect">
              <a:avLst/>
            </a:prstGeom>
            <a:noFill/>
          </p:spPr>
          <p:txBody>
            <a:bodyPr wrap="square" lIns="18288" tIns="18288" rIns="18288" bIns="18288" anchor="t">
              <a:spAutoFit/>
            </a:bodyPr>
            <a:lstStyle/>
            <a:p>
              <a:pPr algn="l"/>
              <a:endParaRPr sz="1120" b="0" dirty="0">
                <a:solidFill>
                  <a:srgbClr val="F2F6FC"/>
                </a:solidFill>
                <a:latin typeface="Aptos"/>
              </a:endParaRPr>
            </a:p>
          </p:txBody>
        </p:sp>
        <p:sp>
          <p:nvSpPr>
            <p:cNvPr id="10" name="Rounded Rectangle 8">
              <a:extLst>
                <a:ext uri="{FF2B5EF4-FFF2-40B4-BE49-F238E27FC236}">
                  <a16:creationId xmlns:a16="http://schemas.microsoft.com/office/drawing/2014/main" id="{A652C210-356C-C586-2865-986C1C1BF7F8}"/>
                </a:ext>
              </a:extLst>
            </p:cNvPr>
            <p:cNvSpPr/>
            <p:nvPr/>
          </p:nvSpPr>
          <p:spPr>
            <a:xfrm>
              <a:off x="6181344" y="1280160"/>
              <a:ext cx="5138928" cy="932688"/>
            </a:xfrm>
            <a:prstGeom prst="roundRect">
              <a:avLst/>
            </a:prstGeom>
            <a:solidFill>
              <a:srgbClr val="111D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9">
              <a:extLst>
                <a:ext uri="{FF2B5EF4-FFF2-40B4-BE49-F238E27FC236}">
                  <a16:creationId xmlns:a16="http://schemas.microsoft.com/office/drawing/2014/main" id="{44032121-9E4D-F88C-B647-189699F51F00}"/>
                </a:ext>
              </a:extLst>
            </p:cNvPr>
            <p:cNvSpPr/>
            <p:nvPr/>
          </p:nvSpPr>
          <p:spPr>
            <a:xfrm>
              <a:off x="6364224" y="1554480"/>
              <a:ext cx="502920" cy="310896"/>
            </a:xfrm>
            <a:prstGeom prst="roundRect">
              <a:avLst/>
            </a:prstGeom>
            <a:solidFill>
              <a:srgbClr val="162744"/>
            </a:solidFill>
            <a:ln w="12700">
              <a:solidFill>
                <a:srgbClr val="A57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8261D622-3756-3A1F-BBA7-E6950E606230}"/>
                </a:ext>
              </a:extLst>
            </p:cNvPr>
            <p:cNvSpPr txBox="1"/>
            <p:nvPr/>
          </p:nvSpPr>
          <p:spPr>
            <a:xfrm>
              <a:off x="6364224" y="1581912"/>
              <a:ext cx="502920" cy="228600"/>
            </a:xfrm>
            <a:prstGeom prst="rect">
              <a:avLst/>
            </a:prstGeom>
            <a:noFill/>
          </p:spPr>
          <p:txBody>
            <a:bodyPr wrap="square" lIns="18288" tIns="18288" rIns="18288" bIns="18288" anchor="ctr">
              <a:spAutoFit/>
            </a:bodyPr>
            <a:lstStyle/>
            <a:p>
              <a:pPr algn="ctr"/>
              <a:r>
                <a:rPr sz="850" b="1">
                  <a:solidFill>
                    <a:srgbClr val="A57DFF"/>
                  </a:solidFill>
                  <a:latin typeface="Aptos"/>
                </a:rPr>
                <a:t>02</a:t>
              </a:r>
            </a:p>
          </p:txBody>
        </p:sp>
        <p:sp>
          <p:nvSpPr>
            <p:cNvPr id="13" name="TextBox 12">
              <a:extLst>
                <a:ext uri="{FF2B5EF4-FFF2-40B4-BE49-F238E27FC236}">
                  <a16:creationId xmlns:a16="http://schemas.microsoft.com/office/drawing/2014/main" id="{26D2F4DF-6953-B0EA-3A14-F1E4AC73D89C}"/>
                </a:ext>
              </a:extLst>
            </p:cNvPr>
            <p:cNvSpPr txBox="1"/>
            <p:nvPr/>
          </p:nvSpPr>
          <p:spPr>
            <a:xfrm>
              <a:off x="7136892" y="1599572"/>
              <a:ext cx="3913632" cy="252377"/>
            </a:xfrm>
            <a:prstGeom prst="rect">
              <a:avLst/>
            </a:prstGeom>
            <a:noFill/>
          </p:spPr>
          <p:txBody>
            <a:bodyPr wrap="square" lIns="18288" tIns="18288" rIns="18288" bIns="18288" anchor="t">
              <a:spAutoFit/>
            </a:bodyPr>
            <a:lstStyle/>
            <a:p>
              <a:r>
                <a:rPr lang="en-US" sz="1400" dirty="0">
                  <a:solidFill>
                    <a:srgbClr val="F2F6FC"/>
                  </a:solidFill>
                </a:rPr>
                <a:t>important details should be kept</a:t>
              </a:r>
              <a:endParaRPr sz="1400" b="0" dirty="0">
                <a:solidFill>
                  <a:srgbClr val="F2F6FC"/>
                </a:solidFill>
                <a:latin typeface="Aptos"/>
              </a:endParaRPr>
            </a:p>
          </p:txBody>
        </p:sp>
        <p:sp>
          <p:nvSpPr>
            <p:cNvPr id="14" name="Rounded Rectangle 12">
              <a:extLst>
                <a:ext uri="{FF2B5EF4-FFF2-40B4-BE49-F238E27FC236}">
                  <a16:creationId xmlns:a16="http://schemas.microsoft.com/office/drawing/2014/main" id="{E351BE56-C4F1-60A2-8471-ADAED273CBA4}"/>
                </a:ext>
              </a:extLst>
            </p:cNvPr>
            <p:cNvSpPr/>
            <p:nvPr/>
          </p:nvSpPr>
          <p:spPr>
            <a:xfrm>
              <a:off x="621792" y="2450591"/>
              <a:ext cx="5138928" cy="932688"/>
            </a:xfrm>
            <a:prstGeom prst="roundRect">
              <a:avLst/>
            </a:prstGeom>
            <a:solidFill>
              <a:srgbClr val="111D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3">
              <a:extLst>
                <a:ext uri="{FF2B5EF4-FFF2-40B4-BE49-F238E27FC236}">
                  <a16:creationId xmlns:a16="http://schemas.microsoft.com/office/drawing/2014/main" id="{8AAE882D-4EEA-25E0-F799-4247960E7F6E}"/>
                </a:ext>
              </a:extLst>
            </p:cNvPr>
            <p:cNvSpPr/>
            <p:nvPr/>
          </p:nvSpPr>
          <p:spPr>
            <a:xfrm>
              <a:off x="804672" y="2724911"/>
              <a:ext cx="502920" cy="310896"/>
            </a:xfrm>
            <a:prstGeom prst="roundRect">
              <a:avLst/>
            </a:prstGeom>
            <a:solidFill>
              <a:srgbClr val="162744"/>
            </a:solidFill>
            <a:ln w="12700">
              <a:solidFill>
                <a:srgbClr val="3ED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88E219D2-2080-7E39-2E2A-7F8D383D0278}"/>
                </a:ext>
              </a:extLst>
            </p:cNvPr>
            <p:cNvSpPr txBox="1"/>
            <p:nvPr/>
          </p:nvSpPr>
          <p:spPr>
            <a:xfrm>
              <a:off x="804672" y="2752343"/>
              <a:ext cx="502920" cy="228600"/>
            </a:xfrm>
            <a:prstGeom prst="rect">
              <a:avLst/>
            </a:prstGeom>
            <a:noFill/>
          </p:spPr>
          <p:txBody>
            <a:bodyPr wrap="square" lIns="18288" tIns="18288" rIns="18288" bIns="18288" anchor="ctr">
              <a:spAutoFit/>
            </a:bodyPr>
            <a:lstStyle/>
            <a:p>
              <a:pPr algn="ctr"/>
              <a:r>
                <a:rPr sz="850" b="1">
                  <a:solidFill>
                    <a:srgbClr val="3ED3FF"/>
                  </a:solidFill>
                  <a:latin typeface="Aptos"/>
                </a:rPr>
                <a:t>03</a:t>
              </a:r>
            </a:p>
          </p:txBody>
        </p:sp>
        <p:sp>
          <p:nvSpPr>
            <p:cNvPr id="17" name="TextBox 16">
              <a:extLst>
                <a:ext uri="{FF2B5EF4-FFF2-40B4-BE49-F238E27FC236}">
                  <a16:creationId xmlns:a16="http://schemas.microsoft.com/office/drawing/2014/main" id="{EB0FD95C-ACF3-06A7-7D8E-B615F5C44078}"/>
                </a:ext>
              </a:extLst>
            </p:cNvPr>
            <p:cNvSpPr txBox="1"/>
            <p:nvPr/>
          </p:nvSpPr>
          <p:spPr>
            <a:xfrm>
              <a:off x="1517904" y="2624327"/>
              <a:ext cx="3913632" cy="209288"/>
            </a:xfrm>
            <a:prstGeom prst="rect">
              <a:avLst/>
            </a:prstGeom>
            <a:noFill/>
          </p:spPr>
          <p:txBody>
            <a:bodyPr wrap="square" lIns="18288" tIns="18288" rIns="18288" bIns="18288" anchor="t">
              <a:spAutoFit/>
            </a:bodyPr>
            <a:lstStyle/>
            <a:p>
              <a:pPr algn="l"/>
              <a:endParaRPr sz="1120" b="0" dirty="0">
                <a:solidFill>
                  <a:srgbClr val="F2F6FC"/>
                </a:solidFill>
                <a:latin typeface="Aptos"/>
              </a:endParaRPr>
            </a:p>
          </p:txBody>
        </p:sp>
        <p:sp>
          <p:nvSpPr>
            <p:cNvPr id="18" name="Rounded Rectangle 16">
              <a:extLst>
                <a:ext uri="{FF2B5EF4-FFF2-40B4-BE49-F238E27FC236}">
                  <a16:creationId xmlns:a16="http://schemas.microsoft.com/office/drawing/2014/main" id="{34E18856-CCD9-2527-360B-8A0D848C16A1}"/>
                </a:ext>
              </a:extLst>
            </p:cNvPr>
            <p:cNvSpPr/>
            <p:nvPr/>
          </p:nvSpPr>
          <p:spPr>
            <a:xfrm>
              <a:off x="6181344" y="2450591"/>
              <a:ext cx="5138928" cy="932688"/>
            </a:xfrm>
            <a:prstGeom prst="roundRect">
              <a:avLst/>
            </a:prstGeom>
            <a:solidFill>
              <a:srgbClr val="111D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7">
              <a:extLst>
                <a:ext uri="{FF2B5EF4-FFF2-40B4-BE49-F238E27FC236}">
                  <a16:creationId xmlns:a16="http://schemas.microsoft.com/office/drawing/2014/main" id="{DBC0F756-12BB-A58B-D7BE-373C96388B1B}"/>
                </a:ext>
              </a:extLst>
            </p:cNvPr>
            <p:cNvSpPr/>
            <p:nvPr/>
          </p:nvSpPr>
          <p:spPr>
            <a:xfrm>
              <a:off x="6364224" y="2724911"/>
              <a:ext cx="502920" cy="310896"/>
            </a:xfrm>
            <a:prstGeom prst="roundRect">
              <a:avLst/>
            </a:prstGeom>
            <a:solidFill>
              <a:srgbClr val="162744"/>
            </a:solidFill>
            <a:ln w="12700">
              <a:solidFill>
                <a:srgbClr val="A57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0963D196-B8CF-BF88-FD2E-E3B8493B06FA}"/>
                </a:ext>
              </a:extLst>
            </p:cNvPr>
            <p:cNvSpPr txBox="1"/>
            <p:nvPr/>
          </p:nvSpPr>
          <p:spPr>
            <a:xfrm>
              <a:off x="6364224" y="2752343"/>
              <a:ext cx="502920" cy="228600"/>
            </a:xfrm>
            <a:prstGeom prst="rect">
              <a:avLst/>
            </a:prstGeom>
            <a:noFill/>
          </p:spPr>
          <p:txBody>
            <a:bodyPr wrap="square" lIns="18288" tIns="18288" rIns="18288" bIns="18288" anchor="ctr">
              <a:spAutoFit/>
            </a:bodyPr>
            <a:lstStyle/>
            <a:p>
              <a:pPr algn="ctr"/>
              <a:r>
                <a:rPr sz="850" b="1">
                  <a:solidFill>
                    <a:srgbClr val="A57DFF"/>
                  </a:solidFill>
                  <a:latin typeface="Aptos"/>
                </a:rPr>
                <a:t>04</a:t>
              </a:r>
            </a:p>
          </p:txBody>
        </p:sp>
        <p:sp>
          <p:nvSpPr>
            <p:cNvPr id="21" name="TextBox 20">
              <a:extLst>
                <a:ext uri="{FF2B5EF4-FFF2-40B4-BE49-F238E27FC236}">
                  <a16:creationId xmlns:a16="http://schemas.microsoft.com/office/drawing/2014/main" id="{4314681D-DFCD-ABBC-BBE6-DEFA29C90F04}"/>
                </a:ext>
              </a:extLst>
            </p:cNvPr>
            <p:cNvSpPr txBox="1"/>
            <p:nvPr/>
          </p:nvSpPr>
          <p:spPr>
            <a:xfrm>
              <a:off x="7136892" y="2795405"/>
              <a:ext cx="3913632" cy="252377"/>
            </a:xfrm>
            <a:prstGeom prst="rect">
              <a:avLst/>
            </a:prstGeom>
            <a:noFill/>
          </p:spPr>
          <p:txBody>
            <a:bodyPr wrap="square" lIns="18288" tIns="18288" rIns="18288" bIns="18288" anchor="t">
              <a:spAutoFit/>
            </a:bodyPr>
            <a:lstStyle/>
            <a:p>
              <a:r>
                <a:rPr lang="en-US" sz="1400" dirty="0">
                  <a:solidFill>
                    <a:srgbClr val="F2F6FC"/>
                  </a:solidFill>
                </a:rPr>
                <a:t>the AI is able  to find important memories</a:t>
              </a:r>
              <a:endParaRPr sz="1400" b="0" dirty="0">
                <a:solidFill>
                  <a:srgbClr val="F2F6FC"/>
                </a:solidFill>
                <a:latin typeface="Aptos"/>
              </a:endParaRPr>
            </a:p>
          </p:txBody>
        </p:sp>
        <p:sp>
          <p:nvSpPr>
            <p:cNvPr id="22" name="Rounded Rectangle 20">
              <a:extLst>
                <a:ext uri="{FF2B5EF4-FFF2-40B4-BE49-F238E27FC236}">
                  <a16:creationId xmlns:a16="http://schemas.microsoft.com/office/drawing/2014/main" id="{7326CD40-7EDB-09B8-9C50-920C92E6CB37}"/>
                </a:ext>
              </a:extLst>
            </p:cNvPr>
            <p:cNvSpPr/>
            <p:nvPr/>
          </p:nvSpPr>
          <p:spPr>
            <a:xfrm>
              <a:off x="621792" y="3621024"/>
              <a:ext cx="5138928" cy="932688"/>
            </a:xfrm>
            <a:prstGeom prst="roundRect">
              <a:avLst/>
            </a:prstGeom>
            <a:solidFill>
              <a:srgbClr val="111D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1">
              <a:extLst>
                <a:ext uri="{FF2B5EF4-FFF2-40B4-BE49-F238E27FC236}">
                  <a16:creationId xmlns:a16="http://schemas.microsoft.com/office/drawing/2014/main" id="{8D9CAF7F-DB09-5CD9-BFBE-C01DC9518A56}"/>
                </a:ext>
              </a:extLst>
            </p:cNvPr>
            <p:cNvSpPr/>
            <p:nvPr/>
          </p:nvSpPr>
          <p:spPr>
            <a:xfrm>
              <a:off x="804672" y="3895344"/>
              <a:ext cx="502920" cy="310896"/>
            </a:xfrm>
            <a:prstGeom prst="roundRect">
              <a:avLst/>
            </a:prstGeom>
            <a:solidFill>
              <a:srgbClr val="162744"/>
            </a:solidFill>
            <a:ln w="12700">
              <a:solidFill>
                <a:srgbClr val="3ED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a:extLst>
                <a:ext uri="{FF2B5EF4-FFF2-40B4-BE49-F238E27FC236}">
                  <a16:creationId xmlns:a16="http://schemas.microsoft.com/office/drawing/2014/main" id="{ABCE7A9D-D8E0-94DB-5028-B1F5F6AFD1ED}"/>
                </a:ext>
              </a:extLst>
            </p:cNvPr>
            <p:cNvSpPr txBox="1"/>
            <p:nvPr/>
          </p:nvSpPr>
          <p:spPr>
            <a:xfrm>
              <a:off x="804672" y="3922776"/>
              <a:ext cx="502920" cy="228600"/>
            </a:xfrm>
            <a:prstGeom prst="rect">
              <a:avLst/>
            </a:prstGeom>
            <a:noFill/>
          </p:spPr>
          <p:txBody>
            <a:bodyPr wrap="square" lIns="18288" tIns="18288" rIns="18288" bIns="18288" anchor="ctr">
              <a:spAutoFit/>
            </a:bodyPr>
            <a:lstStyle/>
            <a:p>
              <a:pPr algn="ctr"/>
              <a:r>
                <a:rPr sz="850" b="1">
                  <a:solidFill>
                    <a:srgbClr val="3ED3FF"/>
                  </a:solidFill>
                  <a:latin typeface="Aptos"/>
                </a:rPr>
                <a:t>05</a:t>
              </a:r>
            </a:p>
          </p:txBody>
        </p:sp>
        <p:sp>
          <p:nvSpPr>
            <p:cNvPr id="25" name="TextBox 24">
              <a:extLst>
                <a:ext uri="{FF2B5EF4-FFF2-40B4-BE49-F238E27FC236}">
                  <a16:creationId xmlns:a16="http://schemas.microsoft.com/office/drawing/2014/main" id="{BB81908A-72BD-C268-88B0-E10CA9879015}"/>
                </a:ext>
              </a:extLst>
            </p:cNvPr>
            <p:cNvSpPr txBox="1"/>
            <p:nvPr/>
          </p:nvSpPr>
          <p:spPr>
            <a:xfrm>
              <a:off x="1517904" y="3835506"/>
              <a:ext cx="3913632" cy="467820"/>
            </a:xfrm>
            <a:prstGeom prst="rect">
              <a:avLst/>
            </a:prstGeom>
            <a:noFill/>
          </p:spPr>
          <p:txBody>
            <a:bodyPr wrap="square" lIns="18288" tIns="18288" rIns="18288" bIns="18288" anchor="t">
              <a:spAutoFit/>
            </a:bodyPr>
            <a:lstStyle/>
            <a:p>
              <a:r>
                <a:rPr lang="en-US" sz="1400" dirty="0">
                  <a:solidFill>
                    <a:srgbClr val="F2F6FC"/>
                  </a:solidFill>
                </a:rPr>
                <a:t>there is a database or storage system to keep the memories</a:t>
              </a:r>
              <a:endParaRPr sz="1400" b="0" dirty="0">
                <a:solidFill>
                  <a:srgbClr val="F2F6FC"/>
                </a:solidFill>
                <a:latin typeface="Aptos"/>
              </a:endParaRPr>
            </a:p>
          </p:txBody>
        </p:sp>
        <p:sp>
          <p:nvSpPr>
            <p:cNvPr id="26" name="Rounded Rectangle 24">
              <a:extLst>
                <a:ext uri="{FF2B5EF4-FFF2-40B4-BE49-F238E27FC236}">
                  <a16:creationId xmlns:a16="http://schemas.microsoft.com/office/drawing/2014/main" id="{70E488AF-9E7A-839A-153C-D0EC97F6CF16}"/>
                </a:ext>
              </a:extLst>
            </p:cNvPr>
            <p:cNvSpPr/>
            <p:nvPr/>
          </p:nvSpPr>
          <p:spPr>
            <a:xfrm>
              <a:off x="6181344" y="3621024"/>
              <a:ext cx="5138928" cy="932688"/>
            </a:xfrm>
            <a:prstGeom prst="roundRect">
              <a:avLst/>
            </a:prstGeom>
            <a:solidFill>
              <a:srgbClr val="111D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5">
              <a:extLst>
                <a:ext uri="{FF2B5EF4-FFF2-40B4-BE49-F238E27FC236}">
                  <a16:creationId xmlns:a16="http://schemas.microsoft.com/office/drawing/2014/main" id="{31B95725-1C22-CE62-D93E-9FDA9C9D99DC}"/>
                </a:ext>
              </a:extLst>
            </p:cNvPr>
            <p:cNvSpPr/>
            <p:nvPr/>
          </p:nvSpPr>
          <p:spPr>
            <a:xfrm>
              <a:off x="6364224" y="3895344"/>
              <a:ext cx="502920" cy="310896"/>
            </a:xfrm>
            <a:prstGeom prst="roundRect">
              <a:avLst/>
            </a:prstGeom>
            <a:solidFill>
              <a:srgbClr val="162744"/>
            </a:solidFill>
            <a:ln w="12700">
              <a:solidFill>
                <a:srgbClr val="A57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a:extLst>
                <a:ext uri="{FF2B5EF4-FFF2-40B4-BE49-F238E27FC236}">
                  <a16:creationId xmlns:a16="http://schemas.microsoft.com/office/drawing/2014/main" id="{8850238E-6AED-73BD-B80F-72144C3E3D4C}"/>
                </a:ext>
              </a:extLst>
            </p:cNvPr>
            <p:cNvSpPr txBox="1"/>
            <p:nvPr/>
          </p:nvSpPr>
          <p:spPr>
            <a:xfrm>
              <a:off x="6364224" y="3922776"/>
              <a:ext cx="502920" cy="228600"/>
            </a:xfrm>
            <a:prstGeom prst="rect">
              <a:avLst/>
            </a:prstGeom>
            <a:noFill/>
          </p:spPr>
          <p:txBody>
            <a:bodyPr wrap="square" lIns="18288" tIns="18288" rIns="18288" bIns="18288" anchor="ctr">
              <a:spAutoFit/>
            </a:bodyPr>
            <a:lstStyle/>
            <a:p>
              <a:pPr algn="ctr"/>
              <a:r>
                <a:rPr sz="850" b="1">
                  <a:solidFill>
                    <a:srgbClr val="A57DFF"/>
                  </a:solidFill>
                  <a:latin typeface="Aptos"/>
                </a:rPr>
                <a:t>06</a:t>
              </a:r>
            </a:p>
          </p:txBody>
        </p:sp>
        <p:sp>
          <p:nvSpPr>
            <p:cNvPr id="29" name="TextBox 28">
              <a:extLst>
                <a:ext uri="{FF2B5EF4-FFF2-40B4-BE49-F238E27FC236}">
                  <a16:creationId xmlns:a16="http://schemas.microsoft.com/office/drawing/2014/main" id="{9FB843C2-CB69-123F-C019-4F5F6D256F33}"/>
                </a:ext>
              </a:extLst>
            </p:cNvPr>
            <p:cNvSpPr txBox="1"/>
            <p:nvPr/>
          </p:nvSpPr>
          <p:spPr>
            <a:xfrm>
              <a:off x="7136892" y="3875695"/>
              <a:ext cx="3913632" cy="467820"/>
            </a:xfrm>
            <a:prstGeom prst="rect">
              <a:avLst/>
            </a:prstGeom>
            <a:noFill/>
          </p:spPr>
          <p:txBody>
            <a:bodyPr wrap="square" lIns="18288" tIns="18288" rIns="18288" bIns="18288" anchor="t">
              <a:spAutoFit/>
            </a:bodyPr>
            <a:lstStyle/>
            <a:p>
              <a:r>
                <a:rPr lang="en-US" sz="1400" dirty="0">
                  <a:solidFill>
                    <a:srgbClr val="F2F6FC"/>
                  </a:solidFill>
                </a:rPr>
                <a:t>the internet and large language models and other tools are accessible</a:t>
              </a:r>
              <a:endParaRPr sz="1400" b="0" dirty="0">
                <a:solidFill>
                  <a:srgbClr val="F2F6FC"/>
                </a:solidFill>
                <a:latin typeface="Aptos"/>
              </a:endParaRPr>
            </a:p>
          </p:txBody>
        </p:sp>
        <p:sp>
          <p:nvSpPr>
            <p:cNvPr id="30" name="Rounded Rectangle 28">
              <a:extLst>
                <a:ext uri="{FF2B5EF4-FFF2-40B4-BE49-F238E27FC236}">
                  <a16:creationId xmlns:a16="http://schemas.microsoft.com/office/drawing/2014/main" id="{D5A3BFDC-B1BC-2973-53A2-7D06461F8DDD}"/>
                </a:ext>
              </a:extLst>
            </p:cNvPr>
            <p:cNvSpPr/>
            <p:nvPr/>
          </p:nvSpPr>
          <p:spPr>
            <a:xfrm>
              <a:off x="621792" y="4791456"/>
              <a:ext cx="5138928" cy="932688"/>
            </a:xfrm>
            <a:prstGeom prst="roundRect">
              <a:avLst/>
            </a:prstGeom>
            <a:solidFill>
              <a:srgbClr val="111D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29">
              <a:extLst>
                <a:ext uri="{FF2B5EF4-FFF2-40B4-BE49-F238E27FC236}">
                  <a16:creationId xmlns:a16="http://schemas.microsoft.com/office/drawing/2014/main" id="{EB7EBB01-1423-A2DF-9BF3-CC5A0274789F}"/>
                </a:ext>
              </a:extLst>
            </p:cNvPr>
            <p:cNvSpPr/>
            <p:nvPr/>
          </p:nvSpPr>
          <p:spPr>
            <a:xfrm>
              <a:off x="804672" y="5065776"/>
              <a:ext cx="502920" cy="310896"/>
            </a:xfrm>
            <a:prstGeom prst="roundRect">
              <a:avLst/>
            </a:prstGeom>
            <a:solidFill>
              <a:srgbClr val="162744"/>
            </a:solidFill>
            <a:ln w="12700">
              <a:solidFill>
                <a:srgbClr val="3ED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a:extLst>
                <a:ext uri="{FF2B5EF4-FFF2-40B4-BE49-F238E27FC236}">
                  <a16:creationId xmlns:a16="http://schemas.microsoft.com/office/drawing/2014/main" id="{9B6396B6-B348-7A48-E18A-96E484539665}"/>
                </a:ext>
              </a:extLst>
            </p:cNvPr>
            <p:cNvSpPr txBox="1"/>
            <p:nvPr/>
          </p:nvSpPr>
          <p:spPr>
            <a:xfrm>
              <a:off x="804672" y="5093208"/>
              <a:ext cx="502920" cy="228600"/>
            </a:xfrm>
            <a:prstGeom prst="rect">
              <a:avLst/>
            </a:prstGeom>
            <a:noFill/>
          </p:spPr>
          <p:txBody>
            <a:bodyPr wrap="square" lIns="18288" tIns="18288" rIns="18288" bIns="18288" anchor="ctr">
              <a:spAutoFit/>
            </a:bodyPr>
            <a:lstStyle/>
            <a:p>
              <a:pPr algn="ctr"/>
              <a:r>
                <a:rPr sz="850" b="1">
                  <a:solidFill>
                    <a:srgbClr val="3ED3FF"/>
                  </a:solidFill>
                  <a:latin typeface="Aptos"/>
                </a:rPr>
                <a:t>07</a:t>
              </a:r>
            </a:p>
          </p:txBody>
        </p:sp>
        <p:sp>
          <p:nvSpPr>
            <p:cNvPr id="33" name="TextBox 32">
              <a:extLst>
                <a:ext uri="{FF2B5EF4-FFF2-40B4-BE49-F238E27FC236}">
                  <a16:creationId xmlns:a16="http://schemas.microsoft.com/office/drawing/2014/main" id="{39D437FA-263B-EAC6-B57B-A9EE846758F6}"/>
                </a:ext>
              </a:extLst>
            </p:cNvPr>
            <p:cNvSpPr txBox="1"/>
            <p:nvPr/>
          </p:nvSpPr>
          <p:spPr>
            <a:xfrm>
              <a:off x="1517904" y="5023890"/>
              <a:ext cx="3913632" cy="467820"/>
            </a:xfrm>
            <a:prstGeom prst="rect">
              <a:avLst/>
            </a:prstGeom>
            <a:noFill/>
          </p:spPr>
          <p:txBody>
            <a:bodyPr wrap="square" lIns="18288" tIns="18288" rIns="18288" bIns="18288" anchor="t">
              <a:spAutoFit/>
            </a:bodyPr>
            <a:lstStyle/>
            <a:p>
              <a:r>
                <a:rPr lang="en-US" sz="1400" dirty="0">
                  <a:solidFill>
                    <a:srgbClr val="F2F6FC"/>
                  </a:solidFill>
                </a:rPr>
                <a:t>user permission is given to store private information</a:t>
              </a:r>
              <a:endParaRPr sz="1400" b="0" dirty="0">
                <a:solidFill>
                  <a:srgbClr val="F2F6FC"/>
                </a:solidFill>
                <a:latin typeface="Aptos"/>
              </a:endParaRPr>
            </a:p>
          </p:txBody>
        </p:sp>
        <p:sp>
          <p:nvSpPr>
            <p:cNvPr id="34" name="Rounded Rectangle 32">
              <a:extLst>
                <a:ext uri="{FF2B5EF4-FFF2-40B4-BE49-F238E27FC236}">
                  <a16:creationId xmlns:a16="http://schemas.microsoft.com/office/drawing/2014/main" id="{B4540F08-C562-423A-BD4C-0C8759C510A9}"/>
                </a:ext>
              </a:extLst>
            </p:cNvPr>
            <p:cNvSpPr/>
            <p:nvPr/>
          </p:nvSpPr>
          <p:spPr>
            <a:xfrm>
              <a:off x="6181344" y="4791456"/>
              <a:ext cx="5138928" cy="932688"/>
            </a:xfrm>
            <a:prstGeom prst="roundRect">
              <a:avLst/>
            </a:prstGeom>
            <a:solidFill>
              <a:srgbClr val="111D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3">
              <a:extLst>
                <a:ext uri="{FF2B5EF4-FFF2-40B4-BE49-F238E27FC236}">
                  <a16:creationId xmlns:a16="http://schemas.microsoft.com/office/drawing/2014/main" id="{911C85A3-3342-2851-688A-957FE0C7F144}"/>
                </a:ext>
              </a:extLst>
            </p:cNvPr>
            <p:cNvSpPr/>
            <p:nvPr/>
          </p:nvSpPr>
          <p:spPr>
            <a:xfrm>
              <a:off x="6364224" y="5065776"/>
              <a:ext cx="502920" cy="310896"/>
            </a:xfrm>
            <a:prstGeom prst="roundRect">
              <a:avLst/>
            </a:prstGeom>
            <a:solidFill>
              <a:srgbClr val="162744"/>
            </a:solidFill>
            <a:ln w="12700">
              <a:solidFill>
                <a:srgbClr val="A57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a:extLst>
                <a:ext uri="{FF2B5EF4-FFF2-40B4-BE49-F238E27FC236}">
                  <a16:creationId xmlns:a16="http://schemas.microsoft.com/office/drawing/2014/main" id="{C7196421-0080-9C51-3203-7C1F9D3EF42C}"/>
                </a:ext>
              </a:extLst>
            </p:cNvPr>
            <p:cNvSpPr txBox="1"/>
            <p:nvPr/>
          </p:nvSpPr>
          <p:spPr>
            <a:xfrm>
              <a:off x="6364224" y="5093208"/>
              <a:ext cx="502920" cy="228600"/>
            </a:xfrm>
            <a:prstGeom prst="rect">
              <a:avLst/>
            </a:prstGeom>
            <a:noFill/>
          </p:spPr>
          <p:txBody>
            <a:bodyPr wrap="square" lIns="18288" tIns="18288" rIns="18288" bIns="18288" anchor="ctr">
              <a:spAutoFit/>
            </a:bodyPr>
            <a:lstStyle/>
            <a:p>
              <a:pPr algn="ctr"/>
              <a:r>
                <a:rPr sz="850" b="1">
                  <a:solidFill>
                    <a:srgbClr val="A57DFF"/>
                  </a:solidFill>
                  <a:latin typeface="Aptos"/>
                </a:rPr>
                <a:t>08</a:t>
              </a:r>
            </a:p>
          </p:txBody>
        </p:sp>
        <p:sp>
          <p:nvSpPr>
            <p:cNvPr id="37" name="TextBox 36">
              <a:extLst>
                <a:ext uri="{FF2B5EF4-FFF2-40B4-BE49-F238E27FC236}">
                  <a16:creationId xmlns:a16="http://schemas.microsoft.com/office/drawing/2014/main" id="{1FBE61CB-EDC6-0BDC-DF00-B1FB78C0A1FD}"/>
                </a:ext>
              </a:extLst>
            </p:cNvPr>
            <p:cNvSpPr txBox="1"/>
            <p:nvPr/>
          </p:nvSpPr>
          <p:spPr>
            <a:xfrm>
              <a:off x="7136892" y="5023890"/>
              <a:ext cx="3913632" cy="467820"/>
            </a:xfrm>
            <a:prstGeom prst="rect">
              <a:avLst/>
            </a:prstGeom>
            <a:noFill/>
          </p:spPr>
          <p:txBody>
            <a:bodyPr wrap="square" lIns="18288" tIns="18288" rIns="18288" bIns="18288" anchor="t">
              <a:spAutoFit/>
            </a:bodyPr>
            <a:lstStyle/>
            <a:p>
              <a:r>
                <a:rPr lang="en-US" sz="1400" dirty="0">
                  <a:solidFill>
                    <a:srgbClr val="F2F6FC"/>
                  </a:solidFill>
                </a:rPr>
                <a:t>testing the first version uses made-up conversation data</a:t>
              </a:r>
              <a:endParaRPr sz="1400" b="0" dirty="0">
                <a:solidFill>
                  <a:srgbClr val="F2F6FC"/>
                </a:solidFill>
                <a:latin typeface="Aptos"/>
              </a:endParaRPr>
            </a:p>
          </p:txBody>
        </p:sp>
      </p:grpSp>
      <p:sp>
        <p:nvSpPr>
          <p:cNvPr id="39" name="TextBox 38">
            <a:extLst>
              <a:ext uri="{FF2B5EF4-FFF2-40B4-BE49-F238E27FC236}">
                <a16:creationId xmlns:a16="http://schemas.microsoft.com/office/drawing/2014/main" id="{8D38D233-D59E-DEEF-1C49-5AEDB1E9BD64}"/>
              </a:ext>
            </a:extLst>
          </p:cNvPr>
          <p:cNvSpPr txBox="1"/>
          <p:nvPr/>
        </p:nvSpPr>
        <p:spPr>
          <a:xfrm>
            <a:off x="1473110" y="1611768"/>
            <a:ext cx="4003220" cy="307777"/>
          </a:xfrm>
          <a:prstGeom prst="rect">
            <a:avLst/>
          </a:prstGeom>
          <a:noFill/>
        </p:spPr>
        <p:txBody>
          <a:bodyPr wrap="square">
            <a:spAutoFit/>
          </a:bodyPr>
          <a:lstStyle/>
          <a:p>
            <a:r>
              <a:rPr lang="en-IN" sz="1400" dirty="0">
                <a:solidFill>
                  <a:schemeClr val="bg1"/>
                </a:solidFill>
              </a:rPr>
              <a:t>running conversations must have lasting memory</a:t>
            </a:r>
          </a:p>
        </p:txBody>
      </p:sp>
      <p:sp>
        <p:nvSpPr>
          <p:cNvPr id="41" name="TextBox 40">
            <a:extLst>
              <a:ext uri="{FF2B5EF4-FFF2-40B4-BE49-F238E27FC236}">
                <a16:creationId xmlns:a16="http://schemas.microsoft.com/office/drawing/2014/main" id="{332EB90E-BF99-D980-4733-ED711EAF8533}"/>
              </a:ext>
            </a:extLst>
          </p:cNvPr>
          <p:cNvSpPr txBox="1"/>
          <p:nvPr/>
        </p:nvSpPr>
        <p:spPr>
          <a:xfrm>
            <a:off x="1473110" y="2747922"/>
            <a:ext cx="4329279" cy="523220"/>
          </a:xfrm>
          <a:prstGeom prst="rect">
            <a:avLst/>
          </a:prstGeom>
          <a:noFill/>
        </p:spPr>
        <p:txBody>
          <a:bodyPr wrap="square">
            <a:spAutoFit/>
          </a:bodyPr>
          <a:lstStyle/>
          <a:p>
            <a:r>
              <a:rPr lang="en-IN" sz="1400" dirty="0">
                <a:solidFill>
                  <a:schemeClr val="bg1"/>
                </a:solidFill>
              </a:rPr>
              <a:t>people can control their memories by looking at them changing them or removing them</a:t>
            </a:r>
          </a:p>
        </p:txBody>
      </p:sp>
    </p:spTree>
    <p:extLst>
      <p:ext uri="{BB962C8B-B14F-4D97-AF65-F5344CB8AC3E}">
        <p14:creationId xmlns:p14="http://schemas.microsoft.com/office/powerpoint/2010/main" val="326477539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DAFA7-DCA6-D27E-CDBE-EF0A2A42DB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BBB954-EDE4-B068-D79B-2162C46BDFE9}"/>
              </a:ext>
            </a:extLst>
          </p:cNvPr>
          <p:cNvSpPr>
            <a:spLocks noGrp="1"/>
          </p:cNvSpPr>
          <p:nvPr>
            <p:ph type="title"/>
          </p:nvPr>
        </p:nvSpPr>
        <p:spPr/>
        <p:txBody>
          <a:bodyPr/>
          <a:lstStyle/>
          <a:p>
            <a:r>
              <a:rPr lang="en-IN" dirty="0"/>
              <a:t>References</a:t>
            </a:r>
            <a:endParaRPr lang="en-US" dirty="0"/>
          </a:p>
        </p:txBody>
      </p:sp>
      <p:pic>
        <p:nvPicPr>
          <p:cNvPr id="4" name="Picture 3">
            <a:extLst>
              <a:ext uri="{FF2B5EF4-FFF2-40B4-BE49-F238E27FC236}">
                <a16:creationId xmlns:a16="http://schemas.microsoft.com/office/drawing/2014/main" id="{DC47B609-4A18-EBCA-1B5D-222DC68BD6D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37301" y="243840"/>
            <a:ext cx="1790699" cy="488373"/>
          </a:xfrm>
          <a:prstGeom prst="rect">
            <a:avLst/>
          </a:prstGeom>
        </p:spPr>
      </p:pic>
      <p:sp>
        <p:nvSpPr>
          <p:cNvPr id="6" name="object 4">
            <a:extLst>
              <a:ext uri="{FF2B5EF4-FFF2-40B4-BE49-F238E27FC236}">
                <a16:creationId xmlns:a16="http://schemas.microsoft.com/office/drawing/2014/main" id="{7F604CF8-26DD-0776-9172-890F2B4521E8}"/>
              </a:ext>
            </a:extLst>
          </p:cNvPr>
          <p:cNvSpPr txBox="1"/>
          <p:nvPr/>
        </p:nvSpPr>
        <p:spPr>
          <a:xfrm>
            <a:off x="210245" y="1075895"/>
            <a:ext cx="5521113" cy="4661105"/>
          </a:xfrm>
          <a:prstGeom prst="rect">
            <a:avLst/>
          </a:prstGeom>
        </p:spPr>
        <p:txBody>
          <a:bodyPr vert="horz" wrap="square" lIns="0" tIns="56727" rIns="0" bIns="0" rtlCol="0">
            <a:spAutoFit/>
          </a:bodyPr>
          <a:lstStyle/>
          <a:p>
            <a:pPr marL="8467" marR="33868" indent="661703">
              <a:lnSpc>
                <a:spcPts val="2973"/>
              </a:lnSpc>
              <a:spcBef>
                <a:spcPts val="447"/>
              </a:spcBef>
              <a:buAutoNum type="arabicPlain"/>
              <a:tabLst>
                <a:tab pos="670170" algn="l"/>
              </a:tabLst>
            </a:pPr>
            <a:r>
              <a:rPr sz="2767" b="1" spc="-30" dirty="0">
                <a:latin typeface="Calibri"/>
                <a:cs typeface="Calibri"/>
              </a:rPr>
              <a:t>Retrieval-</a:t>
            </a:r>
            <a:r>
              <a:rPr sz="2767" b="1" spc="-7" dirty="0">
                <a:latin typeface="Calibri"/>
                <a:cs typeface="Calibri"/>
              </a:rPr>
              <a:t>Augmented</a:t>
            </a:r>
            <a:r>
              <a:rPr sz="2767" b="1" spc="-76" dirty="0">
                <a:latin typeface="Calibri"/>
                <a:cs typeface="Calibri"/>
              </a:rPr>
              <a:t> </a:t>
            </a:r>
            <a:r>
              <a:rPr sz="2767" b="1" spc="-7" dirty="0">
                <a:latin typeface="Calibri"/>
                <a:cs typeface="Calibri"/>
              </a:rPr>
              <a:t>Generation </a:t>
            </a:r>
            <a:r>
              <a:rPr sz="2767" b="1" dirty="0">
                <a:latin typeface="Calibri"/>
                <a:cs typeface="Calibri"/>
              </a:rPr>
              <a:t>Patrick</a:t>
            </a:r>
            <a:r>
              <a:rPr sz="2767" b="1" spc="-57" dirty="0">
                <a:latin typeface="Calibri"/>
                <a:cs typeface="Calibri"/>
              </a:rPr>
              <a:t> </a:t>
            </a:r>
            <a:r>
              <a:rPr sz="2767" b="1" dirty="0">
                <a:latin typeface="Calibri"/>
                <a:cs typeface="Calibri"/>
              </a:rPr>
              <a:t>Lewis</a:t>
            </a:r>
            <a:r>
              <a:rPr sz="2767" b="1" spc="-57" dirty="0">
                <a:latin typeface="Calibri"/>
                <a:cs typeface="Calibri"/>
              </a:rPr>
              <a:t> </a:t>
            </a:r>
            <a:r>
              <a:rPr sz="2767" b="1" dirty="0">
                <a:latin typeface="Calibri"/>
                <a:cs typeface="Calibri"/>
              </a:rPr>
              <a:t>et</a:t>
            </a:r>
            <a:r>
              <a:rPr sz="2767" b="1" spc="-53" dirty="0">
                <a:latin typeface="Calibri"/>
                <a:cs typeface="Calibri"/>
              </a:rPr>
              <a:t> </a:t>
            </a:r>
            <a:r>
              <a:rPr sz="2767" b="1" dirty="0">
                <a:latin typeface="Calibri"/>
                <a:cs typeface="Calibri"/>
              </a:rPr>
              <a:t>al.</a:t>
            </a:r>
            <a:r>
              <a:rPr sz="2767" b="1" spc="-57" dirty="0">
                <a:latin typeface="Calibri"/>
                <a:cs typeface="Calibri"/>
              </a:rPr>
              <a:t> </a:t>
            </a:r>
            <a:r>
              <a:rPr sz="2767" b="1" dirty="0">
                <a:latin typeface="Calibri"/>
                <a:cs typeface="Calibri"/>
              </a:rPr>
              <a:t>—</a:t>
            </a:r>
            <a:r>
              <a:rPr sz="2767" b="1" spc="-57" dirty="0">
                <a:latin typeface="Calibri"/>
                <a:cs typeface="Calibri"/>
              </a:rPr>
              <a:t> </a:t>
            </a:r>
            <a:r>
              <a:rPr sz="2767" b="1" dirty="0">
                <a:latin typeface="Calibri"/>
                <a:cs typeface="Calibri"/>
              </a:rPr>
              <a:t>NeurIPS</a:t>
            </a:r>
            <a:r>
              <a:rPr sz="2767" b="1" spc="-53" dirty="0">
                <a:latin typeface="Calibri"/>
                <a:cs typeface="Calibri"/>
              </a:rPr>
              <a:t> </a:t>
            </a:r>
            <a:r>
              <a:rPr sz="2767" b="1" spc="-13" dirty="0">
                <a:latin typeface="Calibri"/>
                <a:cs typeface="Calibri"/>
              </a:rPr>
              <a:t>2020 </a:t>
            </a:r>
            <a:r>
              <a:rPr sz="2767" b="1" spc="-7" dirty="0">
                <a:latin typeface="Calibri"/>
                <a:cs typeface="Calibri"/>
              </a:rPr>
              <a:t>[PAPER]</a:t>
            </a:r>
            <a:endParaRPr sz="2767" dirty="0">
              <a:latin typeface="Calibri"/>
              <a:cs typeface="Calibri"/>
            </a:endParaRPr>
          </a:p>
          <a:p>
            <a:pPr marL="8467" marR="853906" indent="661703">
              <a:lnSpc>
                <a:spcPts val="2973"/>
              </a:lnSpc>
              <a:spcBef>
                <a:spcPts val="2987"/>
              </a:spcBef>
              <a:buAutoNum type="arabicPlain"/>
              <a:tabLst>
                <a:tab pos="670170" algn="l"/>
              </a:tabLst>
            </a:pPr>
            <a:r>
              <a:rPr sz="2767" b="1" dirty="0">
                <a:latin typeface="Calibri"/>
                <a:cs typeface="Calibri"/>
              </a:rPr>
              <a:t>MemGPT:</a:t>
            </a:r>
            <a:r>
              <a:rPr sz="2767" b="1" spc="-97" dirty="0">
                <a:latin typeface="Calibri"/>
                <a:cs typeface="Calibri"/>
              </a:rPr>
              <a:t> </a:t>
            </a:r>
            <a:r>
              <a:rPr sz="2767" b="1" dirty="0">
                <a:latin typeface="Calibri"/>
                <a:cs typeface="Calibri"/>
              </a:rPr>
              <a:t>Towards</a:t>
            </a:r>
            <a:r>
              <a:rPr sz="2767" b="1" spc="-93" dirty="0">
                <a:latin typeface="Calibri"/>
                <a:cs typeface="Calibri"/>
              </a:rPr>
              <a:t> </a:t>
            </a:r>
            <a:r>
              <a:rPr sz="2767" b="1" dirty="0">
                <a:latin typeface="Calibri"/>
                <a:cs typeface="Calibri"/>
              </a:rPr>
              <a:t>LLMs</a:t>
            </a:r>
            <a:r>
              <a:rPr sz="2767" b="1" spc="-93" dirty="0">
                <a:latin typeface="Calibri"/>
                <a:cs typeface="Calibri"/>
              </a:rPr>
              <a:t> </a:t>
            </a:r>
            <a:r>
              <a:rPr sz="2767" b="1" spc="-17" dirty="0">
                <a:latin typeface="Calibri"/>
                <a:cs typeface="Calibri"/>
              </a:rPr>
              <a:t>as </a:t>
            </a:r>
            <a:r>
              <a:rPr sz="2767" b="1" dirty="0">
                <a:latin typeface="Calibri"/>
                <a:cs typeface="Calibri"/>
              </a:rPr>
              <a:t>Operating</a:t>
            </a:r>
            <a:r>
              <a:rPr sz="2767" b="1" spc="-120" dirty="0">
                <a:latin typeface="Calibri"/>
                <a:cs typeface="Calibri"/>
              </a:rPr>
              <a:t> </a:t>
            </a:r>
            <a:r>
              <a:rPr sz="2767" b="1" spc="-7" dirty="0">
                <a:latin typeface="Calibri"/>
                <a:cs typeface="Calibri"/>
              </a:rPr>
              <a:t>Systems</a:t>
            </a:r>
            <a:endParaRPr sz="2767" dirty="0">
              <a:latin typeface="Calibri"/>
              <a:cs typeface="Calibri"/>
            </a:endParaRPr>
          </a:p>
          <a:p>
            <a:pPr marL="8467" marR="1382252">
              <a:lnSpc>
                <a:spcPts val="2973"/>
              </a:lnSpc>
              <a:spcBef>
                <a:spcPts val="7"/>
              </a:spcBef>
            </a:pPr>
            <a:r>
              <a:rPr sz="2767" b="1" dirty="0">
                <a:latin typeface="Calibri"/>
                <a:cs typeface="Calibri"/>
              </a:rPr>
              <a:t>Charles</a:t>
            </a:r>
            <a:r>
              <a:rPr sz="2767" b="1" spc="-53" dirty="0">
                <a:latin typeface="Calibri"/>
                <a:cs typeface="Calibri"/>
              </a:rPr>
              <a:t> </a:t>
            </a:r>
            <a:r>
              <a:rPr sz="2767" b="1" dirty="0">
                <a:latin typeface="Calibri"/>
                <a:cs typeface="Calibri"/>
              </a:rPr>
              <a:t>Packer</a:t>
            </a:r>
            <a:r>
              <a:rPr sz="2767" b="1" spc="-50" dirty="0">
                <a:latin typeface="Calibri"/>
                <a:cs typeface="Calibri"/>
              </a:rPr>
              <a:t> </a:t>
            </a:r>
            <a:r>
              <a:rPr sz="2767" b="1" dirty="0">
                <a:latin typeface="Calibri"/>
                <a:cs typeface="Calibri"/>
              </a:rPr>
              <a:t>et</a:t>
            </a:r>
            <a:r>
              <a:rPr sz="2767" b="1" spc="-50" dirty="0">
                <a:latin typeface="Calibri"/>
                <a:cs typeface="Calibri"/>
              </a:rPr>
              <a:t> </a:t>
            </a:r>
            <a:r>
              <a:rPr sz="2767" b="1" dirty="0">
                <a:latin typeface="Calibri"/>
                <a:cs typeface="Calibri"/>
              </a:rPr>
              <a:t>al.</a:t>
            </a:r>
            <a:r>
              <a:rPr sz="2767" b="1" spc="-53" dirty="0">
                <a:latin typeface="Calibri"/>
                <a:cs typeface="Calibri"/>
              </a:rPr>
              <a:t> </a:t>
            </a:r>
            <a:r>
              <a:rPr sz="2767" b="1" dirty="0">
                <a:latin typeface="Calibri"/>
                <a:cs typeface="Calibri"/>
              </a:rPr>
              <a:t>—</a:t>
            </a:r>
            <a:r>
              <a:rPr sz="2767" b="1" spc="-50" dirty="0">
                <a:latin typeface="Calibri"/>
                <a:cs typeface="Calibri"/>
              </a:rPr>
              <a:t> </a:t>
            </a:r>
            <a:r>
              <a:rPr sz="2767" b="1" spc="-13" dirty="0">
                <a:latin typeface="Calibri"/>
                <a:cs typeface="Calibri"/>
              </a:rPr>
              <a:t>2023 </a:t>
            </a:r>
            <a:r>
              <a:rPr sz="2767" b="1" spc="-7" dirty="0">
                <a:latin typeface="Calibri"/>
                <a:cs typeface="Calibri"/>
              </a:rPr>
              <a:t>[PAPER]</a:t>
            </a:r>
            <a:endParaRPr sz="2767" dirty="0">
              <a:latin typeface="Calibri"/>
              <a:cs typeface="Calibri"/>
            </a:endParaRPr>
          </a:p>
          <a:p>
            <a:pPr marL="670170" indent="-661703">
              <a:lnSpc>
                <a:spcPts val="3147"/>
              </a:lnSpc>
              <a:spcBef>
                <a:spcPts val="2593"/>
              </a:spcBef>
              <a:buAutoNum type="arabicPlain" startAt="3"/>
              <a:tabLst>
                <a:tab pos="670170" algn="l"/>
              </a:tabLst>
            </a:pPr>
            <a:r>
              <a:rPr sz="2767" b="1" dirty="0">
                <a:latin typeface="Calibri"/>
                <a:cs typeface="Calibri"/>
              </a:rPr>
              <a:t>Attention</a:t>
            </a:r>
            <a:r>
              <a:rPr sz="2767" b="1" spc="-43" dirty="0">
                <a:latin typeface="Calibri"/>
                <a:cs typeface="Calibri"/>
              </a:rPr>
              <a:t> </a:t>
            </a:r>
            <a:r>
              <a:rPr sz="2767" b="1" dirty="0">
                <a:latin typeface="Calibri"/>
                <a:cs typeface="Calibri"/>
              </a:rPr>
              <a:t>Is</a:t>
            </a:r>
            <a:r>
              <a:rPr sz="2767" b="1" spc="-43" dirty="0">
                <a:latin typeface="Calibri"/>
                <a:cs typeface="Calibri"/>
              </a:rPr>
              <a:t> </a:t>
            </a:r>
            <a:r>
              <a:rPr sz="2767" b="1" dirty="0">
                <a:latin typeface="Calibri"/>
                <a:cs typeface="Calibri"/>
              </a:rPr>
              <a:t>All</a:t>
            </a:r>
            <a:r>
              <a:rPr sz="2767" b="1" spc="-43" dirty="0">
                <a:latin typeface="Calibri"/>
                <a:cs typeface="Calibri"/>
              </a:rPr>
              <a:t> </a:t>
            </a:r>
            <a:r>
              <a:rPr sz="2767" b="1" dirty="0">
                <a:latin typeface="Calibri"/>
                <a:cs typeface="Calibri"/>
              </a:rPr>
              <a:t>You</a:t>
            </a:r>
            <a:r>
              <a:rPr sz="2767" b="1" spc="-43" dirty="0">
                <a:latin typeface="Calibri"/>
                <a:cs typeface="Calibri"/>
              </a:rPr>
              <a:t> </a:t>
            </a:r>
            <a:r>
              <a:rPr sz="2767" b="1" spc="-13" dirty="0">
                <a:latin typeface="Calibri"/>
                <a:cs typeface="Calibri"/>
              </a:rPr>
              <a:t>Need</a:t>
            </a:r>
            <a:endParaRPr sz="2767" dirty="0">
              <a:latin typeface="Calibri"/>
              <a:cs typeface="Calibri"/>
            </a:endParaRPr>
          </a:p>
          <a:p>
            <a:pPr marL="8467" marR="3387">
              <a:lnSpc>
                <a:spcPts val="2973"/>
              </a:lnSpc>
              <a:spcBef>
                <a:spcPts val="217"/>
              </a:spcBef>
            </a:pPr>
            <a:r>
              <a:rPr sz="2767" b="1" dirty="0">
                <a:latin typeface="Calibri"/>
                <a:cs typeface="Calibri"/>
              </a:rPr>
              <a:t>Ashish</a:t>
            </a:r>
            <a:r>
              <a:rPr sz="2767" b="1" spc="-63" dirty="0">
                <a:latin typeface="Calibri"/>
                <a:cs typeface="Calibri"/>
              </a:rPr>
              <a:t> </a:t>
            </a:r>
            <a:r>
              <a:rPr sz="2767" b="1" dirty="0">
                <a:latin typeface="Calibri"/>
                <a:cs typeface="Calibri"/>
              </a:rPr>
              <a:t>Vaswani</a:t>
            </a:r>
            <a:r>
              <a:rPr sz="2767" b="1" spc="-60" dirty="0">
                <a:latin typeface="Calibri"/>
                <a:cs typeface="Calibri"/>
              </a:rPr>
              <a:t> </a:t>
            </a:r>
            <a:r>
              <a:rPr sz="2767" b="1" dirty="0">
                <a:latin typeface="Calibri"/>
                <a:cs typeface="Calibri"/>
              </a:rPr>
              <a:t>et</a:t>
            </a:r>
            <a:r>
              <a:rPr sz="2767" b="1" spc="-60" dirty="0">
                <a:latin typeface="Calibri"/>
                <a:cs typeface="Calibri"/>
              </a:rPr>
              <a:t> </a:t>
            </a:r>
            <a:r>
              <a:rPr sz="2767" b="1" dirty="0">
                <a:latin typeface="Calibri"/>
                <a:cs typeface="Calibri"/>
              </a:rPr>
              <a:t>al.</a:t>
            </a:r>
            <a:r>
              <a:rPr sz="2767" b="1" spc="-60" dirty="0">
                <a:latin typeface="Calibri"/>
                <a:cs typeface="Calibri"/>
              </a:rPr>
              <a:t> </a:t>
            </a:r>
            <a:r>
              <a:rPr sz="2767" b="1" dirty="0">
                <a:latin typeface="Calibri"/>
                <a:cs typeface="Calibri"/>
              </a:rPr>
              <a:t>—</a:t>
            </a:r>
            <a:r>
              <a:rPr sz="2767" b="1" spc="-60" dirty="0">
                <a:latin typeface="Calibri"/>
                <a:cs typeface="Calibri"/>
              </a:rPr>
              <a:t> </a:t>
            </a:r>
            <a:r>
              <a:rPr sz="2767" b="1" dirty="0">
                <a:latin typeface="Calibri"/>
                <a:cs typeface="Calibri"/>
              </a:rPr>
              <a:t>NeurIPS</a:t>
            </a:r>
            <a:r>
              <a:rPr sz="2767" b="1" spc="-60" dirty="0">
                <a:latin typeface="Calibri"/>
                <a:cs typeface="Calibri"/>
              </a:rPr>
              <a:t> </a:t>
            </a:r>
            <a:r>
              <a:rPr sz="2767" b="1" spc="-13" dirty="0">
                <a:latin typeface="Calibri"/>
                <a:cs typeface="Calibri"/>
              </a:rPr>
              <a:t>2017 </a:t>
            </a:r>
            <a:r>
              <a:rPr sz="2767" b="1" spc="-7" dirty="0">
                <a:latin typeface="Calibri"/>
                <a:cs typeface="Calibri"/>
              </a:rPr>
              <a:t>[PAPER]</a:t>
            </a:r>
            <a:endParaRPr sz="2767" dirty="0">
              <a:latin typeface="Calibri"/>
              <a:cs typeface="Calibri"/>
            </a:endParaRPr>
          </a:p>
        </p:txBody>
      </p:sp>
      <p:sp>
        <p:nvSpPr>
          <p:cNvPr id="8" name="object 5">
            <a:extLst>
              <a:ext uri="{FF2B5EF4-FFF2-40B4-BE49-F238E27FC236}">
                <a16:creationId xmlns:a16="http://schemas.microsoft.com/office/drawing/2014/main" id="{6B4F1577-53FD-0572-AE3A-A96B8C18EABF}"/>
              </a:ext>
            </a:extLst>
          </p:cNvPr>
          <p:cNvSpPr txBox="1"/>
          <p:nvPr/>
        </p:nvSpPr>
        <p:spPr>
          <a:xfrm>
            <a:off x="5999008" y="1080888"/>
            <a:ext cx="5648113" cy="5605808"/>
          </a:xfrm>
          <a:prstGeom prst="rect">
            <a:avLst/>
          </a:prstGeom>
        </p:spPr>
        <p:txBody>
          <a:bodyPr vert="horz" wrap="square" lIns="0" tIns="52493" rIns="0" bIns="0" rtlCol="0">
            <a:spAutoFit/>
          </a:bodyPr>
          <a:lstStyle/>
          <a:p>
            <a:pPr marL="8467" marR="3810" indent="602433">
              <a:lnSpc>
                <a:spcPts val="2707"/>
              </a:lnSpc>
              <a:spcBef>
                <a:spcPts val="413"/>
              </a:spcBef>
              <a:buAutoNum type="arabicPlain" startAt="4"/>
              <a:tabLst>
                <a:tab pos="610901" algn="l"/>
              </a:tabLst>
            </a:pPr>
            <a:r>
              <a:rPr sz="2500" b="1" dirty="0">
                <a:latin typeface="Calibri"/>
                <a:cs typeface="Calibri"/>
              </a:rPr>
              <a:t>OpenAI</a:t>
            </a:r>
            <a:r>
              <a:rPr sz="2500" b="1" spc="-7" dirty="0">
                <a:latin typeface="Calibri"/>
                <a:cs typeface="Calibri"/>
              </a:rPr>
              <a:t> </a:t>
            </a:r>
            <a:r>
              <a:rPr sz="2500" b="1" dirty="0">
                <a:latin typeface="Calibri"/>
                <a:cs typeface="Calibri"/>
              </a:rPr>
              <a:t>— Official API </a:t>
            </a:r>
            <a:r>
              <a:rPr sz="2500" b="1" spc="-7" dirty="0">
                <a:latin typeface="Calibri"/>
                <a:cs typeface="Calibri"/>
              </a:rPr>
              <a:t>Documentation </a:t>
            </a:r>
            <a:r>
              <a:rPr sz="2500" b="1" dirty="0">
                <a:latin typeface="Calibri"/>
                <a:cs typeface="Calibri"/>
              </a:rPr>
              <a:t>LLM API &amp; AI </a:t>
            </a:r>
            <a:r>
              <a:rPr sz="2500" b="1" spc="-7" dirty="0">
                <a:latin typeface="Calibri"/>
                <a:cs typeface="Calibri"/>
              </a:rPr>
              <a:t>development [DOCUMENTATION]</a:t>
            </a:r>
            <a:endParaRPr sz="2500" dirty="0">
              <a:latin typeface="Calibri"/>
              <a:cs typeface="Calibri"/>
            </a:endParaRPr>
          </a:p>
          <a:p>
            <a:pPr marL="8467" marR="198130" indent="602433">
              <a:lnSpc>
                <a:spcPts val="2707"/>
              </a:lnSpc>
              <a:spcBef>
                <a:spcPts val="2717"/>
              </a:spcBef>
              <a:buAutoNum type="arabicPlain" startAt="4"/>
              <a:tabLst>
                <a:tab pos="610901" algn="l"/>
              </a:tabLst>
            </a:pPr>
            <a:r>
              <a:rPr sz="2500" b="1" dirty="0">
                <a:latin typeface="Calibri"/>
                <a:cs typeface="Calibri"/>
              </a:rPr>
              <a:t>Anthropic — Official </a:t>
            </a:r>
            <a:r>
              <a:rPr sz="2500" b="1" spc="-7" dirty="0">
                <a:latin typeface="Calibri"/>
                <a:cs typeface="Calibri"/>
              </a:rPr>
              <a:t>Documentation </a:t>
            </a:r>
            <a:r>
              <a:rPr sz="2500" b="1" dirty="0">
                <a:latin typeface="Calibri"/>
                <a:cs typeface="Calibri"/>
              </a:rPr>
              <a:t>Context windows &amp; long-</a:t>
            </a:r>
            <a:r>
              <a:rPr sz="2500" b="1" spc="-7" dirty="0">
                <a:latin typeface="Calibri"/>
                <a:cs typeface="Calibri"/>
              </a:rPr>
              <a:t>context</a:t>
            </a:r>
            <a:endParaRPr sz="2500" dirty="0">
              <a:latin typeface="Calibri"/>
              <a:cs typeface="Calibri"/>
            </a:endParaRPr>
          </a:p>
          <a:p>
            <a:pPr marL="8467" marR="2967292">
              <a:lnSpc>
                <a:spcPts val="2707"/>
              </a:lnSpc>
              <a:spcBef>
                <a:spcPts val="7"/>
              </a:spcBef>
            </a:pPr>
            <a:r>
              <a:rPr sz="2500" b="1" spc="-7" dirty="0">
                <a:latin typeface="Calibri"/>
                <a:cs typeface="Calibri"/>
              </a:rPr>
              <a:t>management [DOCUMENTATION]</a:t>
            </a:r>
            <a:endParaRPr sz="2500" dirty="0">
              <a:latin typeface="Calibri"/>
              <a:cs typeface="Calibri"/>
            </a:endParaRPr>
          </a:p>
          <a:p>
            <a:pPr marL="8467" marR="3387" indent="602433">
              <a:lnSpc>
                <a:spcPts val="2707"/>
              </a:lnSpc>
              <a:spcBef>
                <a:spcPts val="2713"/>
              </a:spcBef>
              <a:buAutoNum type="arabicPlain" startAt="6"/>
              <a:tabLst>
                <a:tab pos="610901" algn="l"/>
              </a:tabLst>
            </a:pPr>
            <a:r>
              <a:rPr sz="2500" b="1" dirty="0">
                <a:latin typeface="Calibri"/>
                <a:cs typeface="Calibri"/>
              </a:rPr>
              <a:t>PostgreSQL — Official </a:t>
            </a:r>
            <a:r>
              <a:rPr sz="2500" b="1" spc="-7" dirty="0">
                <a:latin typeface="Calibri"/>
                <a:cs typeface="Calibri"/>
              </a:rPr>
              <a:t>Documentation </a:t>
            </a:r>
            <a:r>
              <a:rPr sz="2500" b="1" dirty="0">
                <a:latin typeface="Calibri"/>
                <a:cs typeface="Calibri"/>
              </a:rPr>
              <a:t>Database &amp; data </a:t>
            </a:r>
            <a:r>
              <a:rPr sz="2500" b="1" spc="-7" dirty="0">
                <a:latin typeface="Calibri"/>
                <a:cs typeface="Calibri"/>
              </a:rPr>
              <a:t>persistence</a:t>
            </a:r>
            <a:endParaRPr sz="2500" dirty="0">
              <a:latin typeface="Calibri"/>
              <a:cs typeface="Calibri"/>
            </a:endParaRPr>
          </a:p>
          <a:p>
            <a:pPr marL="8467">
              <a:lnSpc>
                <a:spcPts val="2669"/>
              </a:lnSpc>
            </a:pPr>
            <a:r>
              <a:rPr sz="2500" b="1" spc="-7" dirty="0">
                <a:latin typeface="Calibri"/>
                <a:cs typeface="Calibri"/>
              </a:rPr>
              <a:t>[DATABASE]</a:t>
            </a:r>
            <a:endParaRPr sz="2500" dirty="0">
              <a:latin typeface="Calibri"/>
              <a:cs typeface="Calibri"/>
            </a:endParaRPr>
          </a:p>
          <a:p>
            <a:pPr marL="8467" marR="349267" indent="602433">
              <a:lnSpc>
                <a:spcPts val="2707"/>
              </a:lnSpc>
              <a:spcBef>
                <a:spcPts val="2753"/>
              </a:spcBef>
              <a:buAutoNum type="arabicPlain" startAt="7"/>
              <a:tabLst>
                <a:tab pos="610901" algn="l"/>
              </a:tabLst>
            </a:pPr>
            <a:r>
              <a:rPr sz="2500" b="1" dirty="0">
                <a:latin typeface="Calibri"/>
                <a:cs typeface="Calibri"/>
              </a:rPr>
              <a:t>pgvector — Official </a:t>
            </a:r>
            <a:r>
              <a:rPr sz="2500" b="1" spc="-7" dirty="0">
                <a:latin typeface="Calibri"/>
                <a:cs typeface="Calibri"/>
              </a:rPr>
              <a:t>Documentation </a:t>
            </a:r>
            <a:r>
              <a:rPr sz="2500" b="1" dirty="0">
                <a:latin typeface="Calibri"/>
                <a:cs typeface="Calibri"/>
              </a:rPr>
              <a:t>Vector similarity search for </a:t>
            </a:r>
            <a:r>
              <a:rPr sz="2500" b="1" spc="-7" dirty="0">
                <a:latin typeface="Calibri"/>
                <a:cs typeface="Calibri"/>
              </a:rPr>
              <a:t>PostgreSQL [DOCUMENTATION]</a:t>
            </a:r>
            <a:endParaRPr sz="2500" dirty="0">
              <a:latin typeface="Calibri"/>
              <a:cs typeface="Calibri"/>
            </a:endParaRPr>
          </a:p>
        </p:txBody>
      </p:sp>
    </p:spTree>
    <p:extLst>
      <p:ext uri="{BB962C8B-B14F-4D97-AF65-F5344CB8AC3E}">
        <p14:creationId xmlns:p14="http://schemas.microsoft.com/office/powerpoint/2010/main" val="169186734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Abstract</a:t>
            </a:r>
          </a:p>
        </p:txBody>
      </p:sp>
      <p:sp>
        <p:nvSpPr>
          <p:cNvPr id="7" name="TextBox 6">
            <a:extLst>
              <a:ext uri="{FF2B5EF4-FFF2-40B4-BE49-F238E27FC236}">
                <a16:creationId xmlns:a16="http://schemas.microsoft.com/office/drawing/2014/main" id="{F1C3618D-98D3-40FE-270D-B8E60A0F65FD}"/>
              </a:ext>
            </a:extLst>
          </p:cNvPr>
          <p:cNvSpPr txBox="1"/>
          <p:nvPr/>
        </p:nvSpPr>
        <p:spPr>
          <a:xfrm>
            <a:off x="298048" y="988863"/>
            <a:ext cx="11595904" cy="5632311"/>
          </a:xfrm>
          <a:prstGeom prst="rect">
            <a:avLst/>
          </a:prstGeom>
          <a:noFill/>
        </p:spPr>
        <p:txBody>
          <a:bodyPr wrap="square" rtlCol="0">
            <a:spAutoFit/>
          </a:bodyPr>
          <a:lstStyle/>
          <a:p>
            <a:r>
              <a:rPr lang="en-US" dirty="0"/>
              <a:t>The objective of this project is to propose an efficient information management system which allows AI to operate in a manner, which would help it to learn and retain essential information across extended conversations with a human being. Existing memory systems which allow AI to learn from prior interactions can lead to bloat due to the incorporation of irrelevant information which can affect the accuracy of future responses.</a:t>
            </a:r>
          </a:p>
          <a:p>
            <a:endParaRPr lang="en-US" dirty="0"/>
          </a:p>
          <a:p>
            <a:r>
              <a:rPr lang="en-US" dirty="0"/>
              <a:t>The proposed project is an advanced memory management system, which allows AI to learn and operate efficiently by storing only relevant information which can improve performance on future tasks. The memory system works by detecting relevant information, which includes facts, preferences, tasks, and events, and storing them in a structured data format, which can be retrieved later. This system is more efficient compared to existing systems because it does not require recalling all the information in the memory, which can be time-consuming and may lead to errors.</a:t>
            </a:r>
          </a:p>
          <a:p>
            <a:endParaRPr lang="en-US" dirty="0"/>
          </a:p>
          <a:p>
            <a:r>
              <a:rPr lang="en-US" dirty="0"/>
              <a:t>One of the significant advantages of the proposed memory management system is that it is designed to be customizable, allowing users to edit or delete specific information in the AI memory. The system can also be utilized to manage conflicting information and outdated information, which can adversely impact the performance of AI systems.</a:t>
            </a:r>
          </a:p>
          <a:p>
            <a:endParaRPr lang="en-US" dirty="0"/>
          </a:p>
          <a:p>
            <a:r>
              <a:rPr lang="en-US" dirty="0"/>
              <a:t>In summary, the proposed AI memory management system can be described as an efficient, convenient, flexible, and customizable information management framework, which can enable AI agents to provide accurate and consistent responses while reducing bloat and context and memory overhead.</a:t>
            </a:r>
            <a:endParaRPr lang="en-IN" dirty="0"/>
          </a:p>
        </p:txBody>
      </p:sp>
    </p:spTree>
    <p:extLst>
      <p:ext uri="{BB962C8B-B14F-4D97-AF65-F5344CB8AC3E}">
        <p14:creationId xmlns:p14="http://schemas.microsoft.com/office/powerpoint/2010/main" val="110260034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D489BA4-5ED2-C4A7-38EE-0082661BE1FD}"/>
              </a:ext>
            </a:extLst>
          </p:cNvPr>
          <p:cNvSpPr>
            <a:spLocks noGrp="1"/>
          </p:cNvSpPr>
          <p:nvPr>
            <p:ph type="title"/>
          </p:nvPr>
        </p:nvSpPr>
        <p:spPr>
          <a:xfrm>
            <a:off x="8466590" y="1789717"/>
            <a:ext cx="3340981" cy="1325563"/>
          </a:xfrm>
        </p:spPr>
        <p:txBody>
          <a:bodyPr>
            <a:normAutofit/>
          </a:bodyPr>
          <a:lstStyle/>
          <a:p>
            <a:pPr algn="r"/>
            <a:r>
              <a:rPr lang="en-US" sz="4000" dirty="0"/>
              <a:t>Thank You</a:t>
            </a:r>
          </a:p>
        </p:txBody>
      </p:sp>
    </p:spTree>
    <p:extLst>
      <p:ext uri="{BB962C8B-B14F-4D97-AF65-F5344CB8AC3E}">
        <p14:creationId xmlns:p14="http://schemas.microsoft.com/office/powerpoint/2010/main" val="232763217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7102</TotalTime>
  <Words>1284</Words>
  <Application>Microsoft Office PowerPoint</Application>
  <PresentationFormat>Widescreen</PresentationFormat>
  <Paragraphs>270</Paragraphs>
  <Slides>13</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Yu Gothic UI</vt:lpstr>
      <vt:lpstr>Aptos</vt:lpstr>
      <vt:lpstr>Aptos Display</vt:lpstr>
      <vt:lpstr>Arial</vt:lpstr>
      <vt:lpstr>Calibri</vt:lpstr>
      <vt:lpstr>Trebuchet MS</vt:lpstr>
      <vt:lpstr>Wingdings</vt:lpstr>
      <vt:lpstr>Office Theme</vt:lpstr>
      <vt:lpstr>PowerPoint Presentation</vt:lpstr>
      <vt:lpstr>Challenge Statement</vt:lpstr>
      <vt:lpstr>Concept / Proposed Solution </vt:lpstr>
      <vt:lpstr>Pros and Cons of the solution</vt:lpstr>
      <vt:lpstr>Technical Description</vt:lpstr>
      <vt:lpstr>Implementation Plan</vt:lpstr>
      <vt:lpstr>Cost Estimate</vt:lpstr>
      <vt:lpstr>Validation / Testing / Analysis</vt:lpstr>
      <vt:lpstr>Validation / Testing / Analysis</vt:lpstr>
      <vt:lpstr>Assumptions</vt:lpstr>
      <vt:lpstr>References</vt:lpstr>
      <vt:lpstr>Abstract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Pauline Gifty Simon Solomon Raj</dc:creator>
  <cp:lastModifiedBy>Pratigsha S A</cp:lastModifiedBy>
  <cp:revision>60</cp:revision>
  <dcterms:created xsi:type="dcterms:W3CDTF">2025-05-02T07:02:53Z</dcterms:created>
  <dcterms:modified xsi:type="dcterms:W3CDTF">2026-10-04T05:30:08Z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bb46c77-3b58-4101-b463-cd3b3d516e4a_Enabled">
    <vt:lpwstr>true</vt:lpwstr>
  </property>
  <property fmtid="{D5CDD505-2E9C-101B-9397-08002B2CF9AE}" pid="3" name="MSIP_Label_3bb46c77-3b58-4101-b463-cd3b3d516e4a_SetDate">
    <vt:lpwstr>2025-11-10T08:24:40Z</vt:lpwstr>
  </property>
  <property fmtid="{D5CDD505-2E9C-101B-9397-08002B2CF9AE}" pid="4" name="MSIP_Label_3bb46c77-3b58-4101-b463-cd3b3d516e4a_Method">
    <vt:lpwstr>Privileged</vt:lpwstr>
  </property>
  <property fmtid="{D5CDD505-2E9C-101B-9397-08002B2CF9AE}" pid="5" name="MSIP_Label_3bb46c77-3b58-4101-b463-cd3b3d516e4a_Name">
    <vt:lpwstr>Non-Business</vt:lpwstr>
  </property>
  <property fmtid="{D5CDD505-2E9C-101B-9397-08002B2CF9AE}" pid="6" name="MSIP_Label_3bb46c77-3b58-4101-b463-cd3b3d516e4a_SiteId">
    <vt:lpwstr>311b3378-8e8a-4b5e-a33f-e80a3d8ba60a</vt:lpwstr>
  </property>
  <property fmtid="{D5CDD505-2E9C-101B-9397-08002B2CF9AE}" pid="7" name="MSIP_Label_3bb46c77-3b58-4101-b463-cd3b3d516e4a_ActionId">
    <vt:lpwstr>32140557-dc45-4034-95f2-51fdd23dee9d</vt:lpwstr>
  </property>
  <property fmtid="{D5CDD505-2E9C-101B-9397-08002B2CF9AE}" pid="8" name="MSIP_Label_3bb46c77-3b58-4101-b463-cd3b3d516e4a_ContentBits">
    <vt:lpwstr>0</vt:lpwstr>
  </property>
  <property fmtid="{D5CDD505-2E9C-101B-9397-08002B2CF9AE}" pid="9" name="MSIP_Label_3bb46c77-3b58-4101-b463-cd3b3d516e4a_Tag">
    <vt:lpwstr>10, 0, 1, 1</vt:lpwstr>
  </property>
</Properties>
</file>